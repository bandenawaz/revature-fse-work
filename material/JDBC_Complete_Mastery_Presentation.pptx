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JDBC Complete Mastery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Java Database Connectivity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</a:rPr>
              <a:t>From Foundations to Production-Ready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30+ Years Industry Experience | Professional Backend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</a:rPr>
              <a:t>What is a Database?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The Foundation: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Software needs permanent data storage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28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Variables in RAM are temporary — lost when application stops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228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Database = Structured, persistent storage that survives shutdowns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28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DBMS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Software that manages the database (MySQL, Oracle, PostgreSQL)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228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86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1148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Java and databases speak different languages — need a bridge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💡 Key Insight: Without JDBC, Java cannot talk to databases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</a:rPr>
              <a:t>The 6 Steps of JDBC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Every JDBC Program Ever Written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Load Driver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Add JAR to classpath (auto-loaded JDBC 4.0+)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Connect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DriverManager.getConnection(url, user, pass)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Create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Use PreparedStatement (prevents SQL Injection)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Execute 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executeQuery() / executeUpdate()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Process 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while(rs.next()) + rs.getString()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Close Resources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4206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try-with-resources CRITICAL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⚠️ SQL INJECTION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CF6F5"/>
                </a:solidFill>
              </a:rPr>
              <a:t>The #1 Web Application Vulnerability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688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Hacker enters: </a:t>
            </a:r>
            <a:pPr indent="0" marL="0">
              <a:buNone/>
            </a:pPr>
            <a:r>
              <a:rPr lang="en-US" sz="160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'1'='1' --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Result: Bypasses security, accesses entire 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🛡️ SOLUTION: PreparedStatement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Uses ? placeholders — user input NEVER treated as 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CF6F5"/>
                </a:solidFill>
              </a:rPr>
              <a:t>Real victims: Sony, Yahoo, LinkedIn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</a:rPr>
              <a:t>ACID Properties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The Four Pillars of Data Integrity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Atomicity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All or Nothing — succeed together or rollback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Always valid state — business rules maintained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1546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Isolation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Transactions don't interfere — clean data 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Durability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1148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Committed = permanent — survives crashes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709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14F59"/>
                </a:solidFill>
              </a:rPr>
              <a:t>💡 Violating ACID = Data corruption + financial loss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</a:rPr>
              <a:t>Connection Pooling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The Performance Secret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097280"/>
          </a:xfrm>
          <a:prstGeom prst="rect">
            <a:avLst/>
          </a:prstGeom>
          <a:solidFill>
            <a:srgbClr val="FFEBEE"/>
          </a:solidFill>
          <a:ln w="254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❌ WITHOUT POOLING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New connection every 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500ms-2s overhead each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Database overwhelmed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System crashes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6576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✅ WITH POOLING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Connections pre-created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Reused across requests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Microsecond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Stable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HikariCP — Industry Standard (Spring Boot default)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minimumIdle | maximumPoolSize | connectionTimeout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7200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NEVER use DriverManager — always DataSource + Pooling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</a:rPr>
              <a:t>JDBC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Security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0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Always PreparedStatement | Never concatenate SQL | No hardcoded credentials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Connection pooling | Batch processing | Close resources properly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Data Integrity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2423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Use transactions | Rollback in catch | Validate before commit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ResultSet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017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Column names (not indexes) | Check for NULL | while(rs.next()) pattern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Error Handling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08960" y="3611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Never swallow exceptions | Log failures | Graceful degradation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0916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These principles prevent 95% of production JDBC failures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You Are Production-Ready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From Zero to Enterprise Backend Developer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Understand WHY, not just WHAT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Master ACID — protect data integrity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PreparedStatement ALWAYS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Connection pooling for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Proper resource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Next: Build Real Projects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JDBC Mastery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Complete Mastery - From Foundations to Production</dc:title>
  <dc:subject>Java Database Connectivity</dc:subject>
  <dc:creator>Senior Java Backend Developer</dc:creator>
  <cp:lastModifiedBy>Senior Java Backend Developer</cp:lastModifiedBy>
  <cp:revision>1</cp:revision>
  <dcterms:created xsi:type="dcterms:W3CDTF">2026-02-11T16:35:52Z</dcterms:created>
  <dcterms:modified xsi:type="dcterms:W3CDTF">2026-02-11T16:35:52Z</dcterms:modified>
</cp:coreProperties>
</file>
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56816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56048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05856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55664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05472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05088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512064"/>
            <a:ext cx="292608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1828800" cy="18288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01168" y="2651760"/>
            <a:ext cx="2852928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" y="2651760"/>
            <a:ext cx="45720" cy="40233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2651760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</a:rPr>
              <a:t>01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66928" y="267919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— JUnit 5 &amp; Mockito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01168" y="3127248"/>
            <a:ext cx="2852928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01168" y="3127248"/>
            <a:ext cx="4572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6032" y="3127248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02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66928" y="315468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Integration Testing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01168" y="3602736"/>
            <a:ext cx="2852928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01168" y="3602736"/>
            <a:ext cx="4572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6032" y="3602736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6928" y="36301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APIs — MockMvc &amp; RestTemplate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01168" y="4078224"/>
            <a:ext cx="2852928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01168" y="4078224"/>
            <a:ext cx="4572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6032" y="4078224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6928" y="4105656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Database Interactions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01168" y="4553712"/>
            <a:ext cx="2852928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01168" y="4553712"/>
            <a:ext cx="457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56032" y="455371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66928" y="4581144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Profiles for Test Environments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383280" y="475488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5200" dirty="0"/>
          </a:p>
        </p:txBody>
      </p:sp>
      <p:sp>
        <p:nvSpPr>
          <p:cNvPr id="38" name="Text 35"/>
          <p:cNvSpPr/>
          <p:nvPr/>
        </p:nvSpPr>
        <p:spPr>
          <a:xfrm>
            <a:off x="3383280" y="120700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5200" dirty="0"/>
          </a:p>
        </p:txBody>
      </p:sp>
      <p:sp>
        <p:nvSpPr>
          <p:cNvPr id="39" name="Text 36"/>
          <p:cNvSpPr/>
          <p:nvPr/>
        </p:nvSpPr>
        <p:spPr>
          <a:xfrm>
            <a:off x="3383280" y="1865376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</a:t>
            </a:r>
            <a:endParaRPr lang="en-US" sz="4400" dirty="0"/>
          </a:p>
        </p:txBody>
      </p:sp>
      <p:sp>
        <p:nvSpPr>
          <p:cNvPr id="40" name="Text 37"/>
          <p:cNvSpPr/>
          <p:nvPr/>
        </p:nvSpPr>
        <p:spPr>
          <a:xfrm>
            <a:off x="3383280" y="2615184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· Mockito · MockMvc · @DataJpaTest · Spring Profiles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3383280" y="2999232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383280" y="3072384"/>
            <a:ext cx="53492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493008" y="3072384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@ExtendWith(MockitoExtension.class)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383280" y="3419856"/>
            <a:ext cx="53492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93008" y="3419856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383280" y="3767328"/>
            <a:ext cx="53492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93008" y="376732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@WebMvcTest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3383280" y="4114800"/>
            <a:ext cx="53492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493008" y="411480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@DataJpaTest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3383280" y="4462272"/>
            <a:ext cx="53492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493008" y="4462272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@ActiveProfiles("test")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Testing Pyramid — Which Tool for Which Job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▲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1078992"/>
            <a:ext cx="3657600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078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4264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· Slow · Full system running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1810512"/>
            <a:ext cx="548640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8105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15798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· Medium speed · Components together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542032"/>
            <a:ext cx="7315200" cy="6949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5420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8895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· Milliseconds · One class in isolation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401568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01568"/>
            <a:ext cx="859536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401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749040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74904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4087368"/>
            <a:ext cx="10972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08736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4425696"/>
            <a:ext cx="10972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425696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63040" y="34015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463040" y="3749040"/>
            <a:ext cx="29260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99616" y="374904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@ExtendWith(Mockito…)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463040" y="4087368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99616" y="408736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463040" y="4425696"/>
            <a:ext cx="29260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99616" y="4425696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 / Manual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0740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07408" y="3749040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43984" y="374904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— all mocked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07408" y="4087368"/>
            <a:ext cx="1828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408736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in-memory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07408" y="4425696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3984" y="442569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DB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54496" y="34015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54496" y="3749040"/>
            <a:ext cx="14630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37490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ms each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54496" y="4087368"/>
            <a:ext cx="14630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1072" y="408736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54496" y="4425696"/>
            <a:ext cx="14630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4425696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35824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735824" y="3749040"/>
            <a:ext cx="10058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0" y="374904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Hundreds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735824" y="4087368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0" y="4087368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35824" y="4425696"/>
            <a:ext cx="10058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4425696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— Unit Testing: Anatomy of a JUnit 5 + Mockito Test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59536"/>
            <a:ext cx="548640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59536"/>
            <a:ext cx="54864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8972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91897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91897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78992"/>
            <a:ext cx="526694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@ExtendWith(MockitoExtension.class)  // ① Activates Mockito — NO Spring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OrderServiceTest {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@Mock                             // ② Fake OrderRepository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OrderRepository orderRepository;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@Mock                             // ② Fake HTTP client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InventoryClient inventoryClient;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@Mock                             // ② Fake RabbitMQ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AmqpTemplate amqpTemplate;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@InjectMocks                      // ③ REAL service + mocks injected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OrderService orderService;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@DisplayName("Should place order when in stock")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shouldPlaceOrderSuccessfully()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GIVEN  — set up the scenario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WHEN   — call the method under 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THEN   — assert the outcome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07024" y="859536"/>
            <a:ext cx="2962656" cy="950976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07024" y="859536"/>
            <a:ext cx="54864" cy="9509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07024" y="859536"/>
            <a:ext cx="347472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07024" y="8595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87782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@ExtendWith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61888" y="120700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Mockito. No Spring context loaded. Blazing fast — pure Java.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907024" y="1883664"/>
            <a:ext cx="2962656" cy="950976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07024" y="1883664"/>
            <a:ext cx="54864" cy="9509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07024" y="1883664"/>
            <a:ext cx="347472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188366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90195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@Mock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61888" y="22311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fake object. Returns null/0/false by default. You control its behaviour with when(...).thenReturn(...).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907024" y="2907792"/>
            <a:ext cx="2962656" cy="950976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07024" y="2907792"/>
            <a:ext cx="54864" cy="9509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07024" y="2907792"/>
            <a:ext cx="347472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07024" y="29077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92608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@InjectMocks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61888" y="325526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REAL instance of the class under test and injects all the @Mock fields into it.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907024" y="3931920"/>
            <a:ext cx="2962656" cy="950976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07024" y="3931920"/>
            <a:ext cx="54864" cy="9509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07024" y="3931920"/>
            <a:ext cx="347472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07024" y="39319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★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95020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Given/When/Then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61888" y="42793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set up inputs &amp; mocks  WHEN: call the method  THEN: assert the result &amp; verify interactions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— Unit Tests: Happy Path, Out-of-Stock &amp; Failure Scenarios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59536"/>
            <a:ext cx="4352544" cy="193852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59536"/>
            <a:ext cx="4352544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18972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91897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91897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78992"/>
            <a:ext cx="4133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Happy path — item in stock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when(inventoryClient.checkAndReserve("SKU", 1))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.thenReturn(true);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when(orderRepository.save(any(Order.class)))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.thenReturn(savedOrder);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result = orderService.placeOrder(request);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assertThat(result.getStatus()).isEqualTo(PLACED);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verify(amqpTemplate, times(1))   // event published ✓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.convertAndSend(any(),any(),any());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4754880" y="859536"/>
            <a:ext cx="4114800" cy="193852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859536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918972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92624" y="91897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38928" y="91897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078992"/>
            <a:ext cx="3895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Out of stock — no event should fire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when(inventoryClient.checkAndReserve("SKU", 1))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.thenReturn(false);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result = orderService.placeOrder(request);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assertThat(result.getStatus()).isEqualTo(OUT_OF_STOCK);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CRITICAL: event must NOT be published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verify(amqpTemplate, never())    // zero events ✓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.convertAndSend(any(),any(),any());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4352544" cy="20848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89504"/>
            <a:ext cx="4352544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4894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" y="294894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2948940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108960"/>
            <a:ext cx="413308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💥 Service down — exception must propagate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when(inventoryClient.checkAndReserve(any(), anyInt()))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.thenThrow(new RuntimeException("Service down"));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assertThatThrownBy(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orderService.placeOrder(request))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.isInstanceOf(RuntimeException.class)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.hasMessageContaining("Service down");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 must NOT be saved on failure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verify(orderRepository, never()).save(any());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4754880" y="2889504"/>
            <a:ext cx="4114800" cy="2084832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889504"/>
            <a:ext cx="411480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4894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92624" y="294894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38928" y="2948940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108960"/>
            <a:ext cx="38953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🔍 ArgumentCaptor — inspect what was saved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when(inventoryRepository.save(any()))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.thenAnswer(inv -&gt; inv.getArgument(0));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inventoryService.checkAndReserve("SKU", 3);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ArgumentCaptor&lt;InventoryItem&gt; captor =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ArgumentCaptor.forClass(InventoryItem.class);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verify(inventoryRepository).save(captor.capture());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Was the quantity actually reduced?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assertThat(captor.getValue().getQuantity())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.isEqualTo(47);  // was 50, reserved 3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— Mockito &amp; AssertJ Quick Reference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768096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68096"/>
            <a:ext cx="2816352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680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Stubbing — Control Return Values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" y="1115568"/>
            <a:ext cx="2706624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1115568"/>
            <a:ext cx="2706624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" y="1175004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175004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117500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335024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when(mock.method(arg))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.thenReturn(value);      // return value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.thenThrow(new Ex());    // throw exception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.thenAnswer(inv -&gt; ...); // compute value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.thenCallRealMethod();   // use real code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182112" y="768096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768096"/>
            <a:ext cx="2816352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76809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Matchers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36976" y="1115568"/>
            <a:ext cx="2706624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36976" y="1115568"/>
            <a:ext cx="2706624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8416" y="1175004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1175004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21024" y="117500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1335024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any()               // any object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any(MyClass.class)  // typed match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anyString()         // any String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anyInt() / anyLong()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eq("exact")         // exact match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089904" y="768096"/>
            <a:ext cx="279806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768096"/>
            <a:ext cx="2798064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76809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1115568"/>
            <a:ext cx="2688336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1115568"/>
            <a:ext cx="2688336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6208" y="1175004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2512" y="1175004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28816" y="117500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1335024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verify(mock).method(arg); // ×1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verify(mock, times(2)).m();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verify(mock, never()).m();   // ×0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verify(mock, atLeastOnce()).m();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verify(mock, atMost(3)).m();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256032" y="2871216"/>
            <a:ext cx="8631936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2871216"/>
            <a:ext cx="8631936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871216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AssertJ — Fluent Assertions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0896" y="3218688"/>
            <a:ext cx="8522208" cy="16642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0896" y="3218688"/>
            <a:ext cx="852220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" y="3278124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3278124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4944" y="327812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3438144"/>
            <a:ext cx="8302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assertThat(result).isNotNull();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assertThat(result.getStatus()).isEqualTo(OrderStatus.PLACED);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assertThat(list).hasSize(3).containsExactly(a, b, c);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assertThat(list).extracting("customerEmail").containsOnly("alice@example.com");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assertThatThrownBy(() -&gt; service.placeOrder(request))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.isInstanceOf(RuntimeException.class)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.hasMessageContaining("Service unavailable");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— Integration Testing: @SpringBootTest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859536"/>
            <a:ext cx="4242816" cy="4059936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59536"/>
            <a:ext cx="54864" cy="405993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859536"/>
            <a:ext cx="4242816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595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0607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 — no Spring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" y="1298448"/>
            <a:ext cx="4096512" cy="352958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1298448"/>
            <a:ext cx="4096512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1357884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1357884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135788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517904"/>
            <a:ext cx="387705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@ExtendWith(MockitoExtension.class)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OrderServiceTest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@Mock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OrderRepository repo;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@Mock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InventoryClient client;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@InjectMocks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OrderService service;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Spring. No DB. No HTTP.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Runs in milliseconds.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@Test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test() { ...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681728" y="859536"/>
            <a:ext cx="4242816" cy="4059936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859536"/>
            <a:ext cx="54864" cy="40599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859536"/>
            <a:ext cx="4242816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8595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91456" y="10607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Spring context + real H2 DB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1298448"/>
            <a:ext cx="4096512" cy="352958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298448"/>
            <a:ext cx="4096512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357884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92624" y="1357884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38928" y="135788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517904"/>
            <a:ext cx="387705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@ActiveProfiles("test")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OrderServiceIntegrationTest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OrderService service; // REAL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OrderRepository repo;  // REAL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@MockBean  // Replace with mock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InventoryClient client;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@Test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test() { /* real DB */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224528" y="2615184"/>
            <a:ext cx="585216" cy="58521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24528" y="26151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— @Mock vs @MockBean: Know Which to Use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877824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77824"/>
            <a:ext cx="4206240" cy="42062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1440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8778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@Mock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9184" y="1353312"/>
            <a:ext cx="4041648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" y="1353312"/>
            <a:ext cx="404164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0624" y="1412748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1412748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" y="1412748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" y="1572768"/>
            <a:ext cx="3822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@ExtendWith(MockitoExtension.class)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OrderServiceTest {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@Mock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InventoryClient client;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@InjectMocks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OrderService service;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9184" y="2999232"/>
            <a:ext cx="4041648" cy="265176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2999232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499616" y="2999232"/>
            <a:ext cx="2816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only — no Spring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9184" y="3300984"/>
            <a:ext cx="404164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33009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499616" y="3300984"/>
            <a:ext cx="2816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 creates a standalone mock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29184" y="3602736"/>
            <a:ext cx="4041648" cy="265176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3602736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context: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499616" y="3602736"/>
            <a:ext cx="2816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pure Java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9184" y="3904488"/>
            <a:ext cx="404164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904488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499616" y="3904488"/>
            <a:ext cx="2816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(ms)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29184" y="4206240"/>
            <a:ext cx="4041648" cy="265176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" y="4206240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499616" y="4206240"/>
            <a:ext cx="2816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test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81728" y="877824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81728" y="877824"/>
            <a:ext cx="420624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914400"/>
            <a:ext cx="329184" cy="32918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175504" y="8778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@MockBean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4754880" y="1353312"/>
            <a:ext cx="4041648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754880" y="1353312"/>
            <a:ext cx="404164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846320" y="1412748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992624" y="1412748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138928" y="1412748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864608" y="1572768"/>
            <a:ext cx="3822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@ActiveProfiles("test")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OrderServiceIntTest {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@MockBean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InventoryClient client;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 // spring injects real service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OrderService service;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754880" y="2999232"/>
            <a:ext cx="4041648" cy="265176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809744" y="2999232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5925312" y="2999232"/>
            <a:ext cx="2816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— Spring loaded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4754880" y="3300984"/>
            <a:ext cx="404164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809744" y="33009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925312" y="3300984"/>
            <a:ext cx="2816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replaces real bean with mock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754880" y="3602736"/>
            <a:ext cx="4041648" cy="265176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809744" y="3602736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context: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5925312" y="3602736"/>
            <a:ext cx="2816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loaded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754880" y="3904488"/>
            <a:ext cx="404164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809744" y="3904488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5925312" y="3904488"/>
            <a:ext cx="2816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(context startup)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4754880" y="4206240"/>
            <a:ext cx="4041648" cy="265176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809744" y="4206240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850" dirty="0"/>
          </a:p>
        </p:txBody>
      </p:sp>
      <p:sp>
        <p:nvSpPr>
          <p:cNvPr id="57" name="Text 53"/>
          <p:cNvSpPr/>
          <p:nvPr/>
        </p:nvSpPr>
        <p:spPr>
          <a:xfrm>
            <a:off x="5925312" y="4206240"/>
            <a:ext cx="28163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@SpringBootTest / @WebMvcTest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— Testing APIs: MockMvc vs TestRestTemplate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877824"/>
            <a:ext cx="4242816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77824"/>
            <a:ext cx="54864" cy="4114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877824"/>
            <a:ext cx="4242816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77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 —  @WebMvcTest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0972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In-process. No TCP. No Tomcat startup.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" y="1316736"/>
            <a:ext cx="407822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1316736"/>
            <a:ext cx="4078224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1376172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137617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137617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53619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→ MockMvc → DispatcherServlet → Controller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No TCP. No Tomcat. Same JVM.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2048256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199339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loads web layer — no JPA, no DB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450592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395728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controller test — milliseconds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2852928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798064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serialisation, validation, mapping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255264"/>
            <a:ext cx="91440" cy="914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200400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@MockBean for services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" y="4535424"/>
            <a:ext cx="4078224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535424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Controller unit testing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877824"/>
            <a:ext cx="4242816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877824"/>
            <a:ext cx="54864" cy="4114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1728" y="877824"/>
            <a:ext cx="4242816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877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TestRestTemplate  —  @SpringBootTest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91456" y="10972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Tomcat server. Real HTTP. Real port.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1316736"/>
            <a:ext cx="4078224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316736"/>
            <a:ext cx="4078224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1376172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92624" y="137617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38928" y="137617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153619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→ HTTP → Tomcat → DispatcherServlet → Controller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RANDOM_PORT — real TCP stack.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9744" y="204825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199339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full Spring context + Tomcat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9744" y="245059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2395728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HTTP requests over real TCP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9744" y="28529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6048" y="2798064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entire stack end-to-end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9744" y="325526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200400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@MockBean for external clients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535424"/>
            <a:ext cx="4078224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9744" y="4535424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Full stack integration testing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224528" y="2468880"/>
            <a:ext cx="585216" cy="585216"/>
          </a:xfrm>
          <a:prstGeom prst="ellipse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24528" y="24688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— MockMvc: Writing Controller Tests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859536"/>
            <a:ext cx="521208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859536"/>
            <a:ext cx="52120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918972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91897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91897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78992"/>
            <a:ext cx="499262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@WebMvcTest(OrderController.class)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OrderControllerTest {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MockMvc mockMvc;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ObjectMapper objectMapper;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@MockBean  OrderService orderService;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@Test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shouldReturn201_whenInStock() throws Exception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placed = Order.builder().id(1L)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.orderNumber("ORD-123")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.status(OrderStatus.PLACED).build();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when(orderService.placeOrder(any()))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.thenReturn(placed);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mockMvc.perform(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post("/api/orders")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.contentType(APPLICATION_JSON)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.content(objectMapper.writeValueAsString(req))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.andExpect(status().isCreated())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.andExpect(jsonPath("$.orderNumber").value("ORD-123"))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.andExpect(jsonPath("$.status").value("PLACED"))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.andDo(print()); // debug only — remove after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@Test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shouldReturn409_whenOutOfStock() throws Exception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when(orderService.placeOrder(any()))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.thenReturn(Order.builder()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.status(OrderStatus.OUT_OF_STOCK).build());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mockMvc.perform(post("/api/orders")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.contentType(APPLICATION_JSON).content(json))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.andExpect(status().isConflict());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5577840" y="859536"/>
            <a:ext cx="3310128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859536"/>
            <a:ext cx="54864" cy="4114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896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 Reference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87568" y="12070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32704" y="1463040"/>
            <a:ext cx="3182112" cy="9326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32704" y="1463040"/>
            <a:ext cx="3182112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24144" y="1522476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0448" y="1522476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6752" y="1522476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1682496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.andExpect(status().isOk())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.andExpect(status().isCreated())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.andExpect(status().isBadRequest())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.andExpect(status().isNotFound())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.andExpect(status().isConflict())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687568" y="24688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32704" y="2724912"/>
            <a:ext cx="3182112" cy="9326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32704" y="2724912"/>
            <a:ext cx="3182112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4144" y="2784348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70448" y="2784348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16752" y="2784348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294436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.andExpect(jsonPath("$.id").value(1))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.andExpect(jsonPath("$.status").value("PLACED"))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.andExpect(jsonPath("$.items").isArray())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.andExpect(jsonPath("$.items.length()").value(3))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5687568" y="37307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32704" y="3986784"/>
            <a:ext cx="3182112" cy="9326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32704" y="3986784"/>
            <a:ext cx="3182112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24144" y="404622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70448" y="404622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16752" y="4046220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42432" y="420624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mockMvc.perform(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get("/api/orders")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.param("status","PLACED")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.header("Authorization","Bearer t")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— Testing Database Interactions: @DataJpaTest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877824"/>
            <a:ext cx="2743200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77824"/>
            <a:ext cx="2743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778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@DataJpaTest Loads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1280160"/>
            <a:ext cx="2633472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8016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" y="128016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1627632"/>
            <a:ext cx="263347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627632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" y="162763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classes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" y="1975104"/>
            <a:ext cx="2633472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975104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" y="197510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DB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2322576"/>
            <a:ext cx="263347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322576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" y="232257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rollback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" y="2670048"/>
            <a:ext cx="2633472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670048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" y="267004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2608" y="3017520"/>
            <a:ext cx="263347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017520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" y="30175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2608" y="3364992"/>
            <a:ext cx="2633472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364992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✖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" y="336499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config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2608" y="3712464"/>
            <a:ext cx="263347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712464"/>
            <a:ext cx="237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✖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" y="37124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/ Redis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92608" y="4096512"/>
            <a:ext cx="2633472" cy="768096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096512"/>
            <a:ext cx="25237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than @SpringBootTest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only JPA — skips everything else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127248" y="877824"/>
            <a:ext cx="5760720" cy="40599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27248" y="877824"/>
            <a:ext cx="57607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18688" y="93726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64992" y="93726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11296" y="937260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36976" y="1097280"/>
            <a:ext cx="554126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@DataJpaTest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@ActiveProfiles("test")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OrderRepositoryTest {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private OrderRepository repository;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Auto @Transactional rollback after each test ✓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@BeforeEach void seedData()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repository.saveAll(List.of(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buildOrder("ORD-001", "alice@e.com", PLACED),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buildOrder("ORD-002", "alice@e.com", OUT_OF_STOCK),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buildOrder("ORD-003", "bob@e.com",   PLACED)));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@Test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shouldFindOrdersByCustomerEmail()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List&lt;Order&gt; aliceOrders =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repository.findByCustomerEmail("alice@e.com");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assertThat(aliceOrders).hasSize(2);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assertThat(aliceOrders)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.extracting("customerEmail")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.containsOnly("alice@e.com");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@Test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shouldFindOrdersByStatus()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List&lt;Order&gt; placed = repository.findByStatus(PLACED);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assertThat(placed).hasSize(2)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.extracting("status").containsOnly(PLACED);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— Testing Custom @Query Methods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" y="804672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@Query methods must be tested — JPQL errors are invisible at compile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4315968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115568"/>
            <a:ext cx="431596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175004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1175004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17500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335024"/>
            <a:ext cx="40965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OrderRepository.java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@Query("SELECT o FROM Order o " +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"WHERE o.createdAt BETWEEN :start AND :end")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List&lt;Order&gt; findOrdersInDateRange(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@Param("start") LocalDateTime start,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@Param("end")   LocalDateTime end);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@Query("SELECT COUNT(o) FROM Order o " +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"WHERE o.customerEmail = :email " +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"AND o.status = :status")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countByEmailAndStatus(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@Param("email")  String email,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@Param("status") OrderStatus status);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4681728" y="1115568"/>
            <a:ext cx="420624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1115568"/>
            <a:ext cx="420624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1175004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1175004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65776" y="1175004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335024"/>
            <a:ext cx="3986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 date range query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shouldFindOrdersInDateRange()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LocalDateTime now = LocalDateTime.now();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repo.save(buildOrder("ORD-OLD",  now.minusDays(10)));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repo.save(buildOrder("ORD-NEW1", now.minusHours(2)));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repo.save(buildOrder("ORD-NEW2", now.minusHours(1)));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List&lt;Order&gt; recent = repo.findOrdersInDateRange(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now.minusDays(1), now);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Only 2 of the 3 are within the range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assertThat(recent).hasSize(2)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.extracting("orderNumber")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.containsExactlyInAnyOrder("ORD-NEW1","ORD-NEW2");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256032" y="2651760"/>
            <a:ext cx="4315968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651760"/>
            <a:ext cx="4315968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711196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" y="2711196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711196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871216"/>
            <a:ext cx="409651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 count query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shouldCountCorrectly_byEmailAndStatus()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repo.saveAll(List.of(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buildOrder("alice@e.com", PLACED),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buildOrder("alice@e.com", PLACED),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buildOrder("alice@e.com", OUT_OF_STOCK),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buildOrder("bob@e.com",   PLACED)));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long count = repo.countByEmailAndStatus(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"alice@e.com", PLACED);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Only alice's PLACED orders — not bob's, not OOS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assertThat(count).isEqualTo(2);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681728" y="2651760"/>
            <a:ext cx="420624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1728" y="2651760"/>
            <a:ext cx="54864" cy="228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70662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Annotation Selector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36592" y="3035808"/>
            <a:ext cx="4059936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30358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/ queries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6199632" y="303580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@DataJpaTest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211312" y="303580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36592" y="3493008"/>
            <a:ext cx="4059936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34930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6199632" y="349300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@WebMvcTest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211312" y="349300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36592" y="3950208"/>
            <a:ext cx="4059936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39502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+ DB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6199632" y="395020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8211312" y="395020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36592" y="4407408"/>
            <a:ext cx="4059936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44074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HTTP stack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6199632" y="440740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(RANDOM_PORT)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8211312" y="440740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— Spring Profiles: Isolating the Test Environment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877824"/>
            <a:ext cx="3127248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77824"/>
            <a:ext cx="3127248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778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File Loading Order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" y="1280160"/>
            <a:ext cx="3017520" cy="325526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" y="1280160"/>
            <a:ext cx="30175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1339596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339596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1339596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499616"/>
            <a:ext cx="279806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src/main/resources/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application.properties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← loaded ALWAYS (base)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application-dev.properties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← profile = "dev"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application-prod.properties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← profile = "prod"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src/test/resources/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application-test.properties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← profile = "test"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properties OVERRIDE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properties.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@ActiveProfiles("test")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loads base FIRST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then overlays test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test values WIN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3511296" y="877824"/>
            <a:ext cx="5376672" cy="40599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11296" y="877824"/>
            <a:ext cx="5376672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02736" y="93726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93726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95344" y="937260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1024" y="1097280"/>
            <a:ext cx="515721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src/test/resources/application-test.properties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Replace MySQL with H2 ──────────────────────────────────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spring.datasource.url=jdbc:h2:mem:testdb;MODE=MySQL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spring.datasource.driver-class-name=org.h2.Driver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spring.datasource.username=sa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spring.datasource.password=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spring.jpa.database-platform=org.hibernate.dialect.H2Dialect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spring.jpa.hibernate.ddl-auto=create-drop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spring.jpa.show-sql=false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Disable RabbitMQ ───────────────────────────────────────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spring.autoconfigure.exclude=\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org.springframework.boot.autoconfigure.amqp.\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RabbitAutoConfiguration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Quieter test output ────────────────────────────────────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spring.main.banner-mode=off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logging.level.org.hibernate.SQL=WARN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logging.level.org.springframework.test=INFO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logging.level.com.ecommerce=DEBUG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— @TestConfiguration and Annotation Reference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7680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7863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859536"/>
            <a:ext cx="5212080" cy="22128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859536"/>
            <a:ext cx="52120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918972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918972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918972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78992"/>
            <a:ext cx="49926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@TestConfiguration — custom test beans ──────────────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@TestConfiguration    // Only loaded when explicitly imported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TestConfig {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@Bean @Primary      // Override the real bean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InventoryClient fakeInventoryClient()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Real logic — not a mock. Always in-stock except IPAD.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(skuCode, qty) -&gt; !"IPAD-AIR-WIFI".equals(skuCode);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 it into a specific test class only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@ActiveProfiles("test")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@Import(TestConfig.class)  // Pull in the test configuration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OrderServiceIntegrationTest { ... }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256032" y="3163824"/>
            <a:ext cx="521208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3163824"/>
            <a:ext cx="52120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22326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322326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23260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83280"/>
            <a:ext cx="49926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Maven test commands ─────────────────────────────────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                           # all unit tests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 -Dtest=OrderServiceTest   # specific class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 -Dspring.profiles.active=test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 surefire-report:report    # + HTML report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package -DskipTests            # skip during build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verify                         # unit + integration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559552" y="859536"/>
            <a:ext cx="3328416" cy="413308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59552" y="859536"/>
            <a:ext cx="54864" cy="41330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8961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Quick Reference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96128" y="1225296"/>
            <a:ext cx="3218688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96128" y="1225296"/>
            <a:ext cx="45720" cy="40233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1243584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@ExtendWith(Mockito…)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7754112" y="12435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tests. No Spring.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596128" y="1700784"/>
            <a:ext cx="3218688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96128" y="1700784"/>
            <a:ext cx="4572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171907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@DataJpaTest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7754112" y="17190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+ H2 only.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596128" y="2176272"/>
            <a:ext cx="3218688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96128" y="2176272"/>
            <a:ext cx="45720" cy="40233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219456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@WebMvcTest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7754112" y="2194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layer only.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596128" y="2651760"/>
            <a:ext cx="3218688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96128" y="2651760"/>
            <a:ext cx="4572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267004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7754112" y="26700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+ H2.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5596128" y="3127248"/>
            <a:ext cx="3218688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96128" y="3127248"/>
            <a:ext cx="457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314553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(RANDOM_PORT)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7754112" y="31455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+ Tomcat.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596128" y="3602736"/>
            <a:ext cx="3218688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96128" y="3602736"/>
            <a:ext cx="45720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87568" y="3621024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@ActiveProfiles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("test")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7754112" y="36210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properties.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596128" y="4078224"/>
            <a:ext cx="3218688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96128" y="4078224"/>
            <a:ext cx="4572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87568" y="409651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@MockBean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7754112" y="4096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bean in context.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5596128" y="4553712"/>
            <a:ext cx="3218688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96128" y="4553712"/>
            <a:ext cx="4572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87568" y="457200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7754112" y="4572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after each test.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Test Structure for Spring Boot Projects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768096"/>
            <a:ext cx="440740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68096"/>
            <a:ext cx="4407408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680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Test Structure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" y="1152144"/>
            <a:ext cx="4279392" cy="376732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1152144"/>
            <a:ext cx="4279392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" y="1211580"/>
            <a:ext cx="73152" cy="7315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211580"/>
            <a:ext cx="73152" cy="7315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1211580"/>
            <a:ext cx="73152" cy="7315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371600"/>
            <a:ext cx="40599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src/test/java/com/ecommerce/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unit/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OrderServiceTest.java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@ExtendWith(MockitoExtension.class)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InventoryServiceTest.java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EmailServiceTest.java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OrderRepositoryTest.java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@DataJpaTest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InventoryRepositoryTest.java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OrderControllerTest.java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@WebMvcTest(OrderController.class)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integration/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OrderServiceIntegrationTest.java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@SpringBootTest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OrderControllerIntegrationTest.java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@SpringBootTest(RANDOM_PORT)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config/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TestConfig.java  @TestConfiguration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src/test/resources/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application-test.properties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791456" y="768096"/>
            <a:ext cx="409651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91456" y="768096"/>
            <a:ext cx="4096512" cy="32918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768096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Rules of Good Tests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152144"/>
            <a:ext cx="3968496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152144"/>
            <a:ext cx="54864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152144"/>
            <a:ext cx="292608" cy="5669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5214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93792" y="118872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one thing per test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93792" y="144475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@Test method verifies exactly one behaviour. If your test name has 'and', split it.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1792224"/>
            <a:ext cx="3968496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792224"/>
            <a:ext cx="54864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792224"/>
            <a:ext cx="29260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79222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93792" y="182880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touch no infrastructure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93792" y="208483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calls, HTTP calls, or file I/O. All dependencies are mocked.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2432304"/>
            <a:ext cx="3968496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432304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432304"/>
            <a:ext cx="29260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43230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93792" y="246888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failure paths too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93792" y="272491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inputs, empty results, thrown exceptions, out-of-stock — bugs live here.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3072384"/>
            <a:ext cx="3968496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072384"/>
            <a:ext cx="54864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072384"/>
            <a:ext cx="29260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07238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93792" y="31089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@Transactional in integration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93792" y="336499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back the database after each test. Keeps tests isolated and independent.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3712464"/>
            <a:ext cx="3968496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3712464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3712464"/>
            <a:ext cx="2926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71246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93792" y="374904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documentation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93792" y="40050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@DisplayName should read like a spec: 'should return 409 when out of stock'.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46320" y="4352544"/>
            <a:ext cx="3968496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46320" y="4352544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4352544"/>
            <a:ext cx="29260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35254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93792" y="438912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tests fast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93792" y="464515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suite &lt; 30 seconds. Slow tests get skipped — and skipped tests are useless.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7056" y="201168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3619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Test Spring Boot Like a Pro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2157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· Mockito · MockMvc · RestTemplate · @DataJpaTest · Spring Profiles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329184" y="2578608"/>
            <a:ext cx="429768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9184" y="2578608"/>
            <a:ext cx="54864" cy="58521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688336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2633472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unit tests with @Mock, @InjectMocks, and verify()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864608" y="2578608"/>
            <a:ext cx="429768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864608" y="2578608"/>
            <a:ext cx="54864" cy="5852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268833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31536" y="2633472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ArgumentCaptor to inspect what was passed to a mock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29184" y="3273552"/>
            <a:ext cx="429768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29184" y="3273552"/>
            <a:ext cx="54864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3832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112" y="3328416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only the web layer with @WebMvcTest and MockMvc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864608" y="3273552"/>
            <a:ext cx="429768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64608" y="3273552"/>
            <a:ext cx="54864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338328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31536" y="3328416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full HTTP stack with @SpringBootTest and TestRestTemplate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29184" y="3968496"/>
            <a:ext cx="429768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329184" y="3968496"/>
            <a:ext cx="54864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078224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6112" y="4023360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JPA queries in isolation with @DataJpaTest and H2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864608" y="3968496"/>
            <a:ext cx="429768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864608" y="3968496"/>
            <a:ext cx="54864" cy="5852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4336" y="4078224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431536" y="4023360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test environment with Spring Profiles and @ActiveProfiles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365760" y="47000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Testcontainers (real MySQL in Docker) · Security Testing · Contract Testing (Pact)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80D14"/>
          </a:solidFill>
          <a:ln w="12700">
            <a:solidFill>
              <a:srgbClr val="080D14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Testing Masterclass  ·  Complete Beginner's Guide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Testing Masterclass</dc:title>
  <dc:subject>PptxGenJS Presentation</dc:subject>
  <dc:creator>PptxGenJS</dc:creator>
  <cp:lastModifiedBy>PptxGenJS</cp:lastModifiedBy>
  <cp:revision>1</cp:revision>
  <dcterms:created xsi:type="dcterms:W3CDTF">2026-03-03T03:20:54Z</dcterms:created>
  <dcterms:modified xsi:type="dcterms:W3CDTF">2026-03-03T03:20:54Z</dcterms:modified>
</cp:coreProperties>
</file>
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64208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66544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1216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5888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78224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2560320" cy="25603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64592" y="3246120"/>
            <a:ext cx="3218688" cy="210312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" y="3246120"/>
            <a:ext cx="45720" cy="2103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9456" y="3246120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2064" y="324612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Microservices?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64592" y="3493008"/>
            <a:ext cx="3218688" cy="210312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4592" y="3493008"/>
            <a:ext cx="45720" cy="2103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9456" y="3493008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" y="349300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vs Monoliths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64592" y="3739896"/>
            <a:ext cx="3218688" cy="210312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4592" y="3739896"/>
            <a:ext cx="45720" cy="2103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9456" y="3739896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03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2064" y="373989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MSA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64592" y="3986784"/>
            <a:ext cx="3218688" cy="210312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4592" y="3986784"/>
            <a:ext cx="45720" cy="210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19456" y="398678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04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2064" y="398678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64592" y="4233672"/>
            <a:ext cx="3218688" cy="210312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4592" y="4233672"/>
            <a:ext cx="45720" cy="2103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9456" y="4233672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05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2064" y="423367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Systems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64592" y="4480560"/>
            <a:ext cx="3218688" cy="210312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4592" y="4480560"/>
            <a:ext cx="45720" cy="2103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9456" y="4480560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06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2064" y="448056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164592" y="4727448"/>
            <a:ext cx="3218688" cy="210312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64592" y="4727448"/>
            <a:ext cx="45720" cy="2103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19456" y="4727448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07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12064" y="472744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352044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5000" dirty="0"/>
          </a:p>
        </p:txBody>
      </p:sp>
      <p:sp>
        <p:nvSpPr>
          <p:cNvPr id="43" name="Text 40"/>
          <p:cNvSpPr/>
          <p:nvPr/>
        </p:nvSpPr>
        <p:spPr>
          <a:xfrm>
            <a:off x="3520440" y="11887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Spring Boot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352044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Messaging</a:t>
            </a:r>
            <a:endParaRPr lang="en-US" sz="3600" dirty="0"/>
          </a:p>
        </p:txBody>
      </p:sp>
      <p:sp>
        <p:nvSpPr>
          <p:cNvPr id="45" name="Text 42"/>
          <p:cNvSpPr/>
          <p:nvPr/>
        </p:nvSpPr>
        <p:spPr>
          <a:xfrm>
            <a:off x="3520440" y="2395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Beginner's Guide with Real-World E-Commerce Example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3520440" y="2834640"/>
            <a:ext cx="53492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520440" y="298094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694176" y="29352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· Inventory · Notification Services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3520440" y="339242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694176" y="33467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async messaging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3520440" y="380390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694176" y="37581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database per service pattern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3520440" y="421538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694176" y="41696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event-driven architecture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— What Are Microservices?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04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91440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microservice is a small, independently deployable application that does ONE thing and owns its own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1627632" cy="2468880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261872"/>
            <a:ext cx="45720" cy="2468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38988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19202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2414016"/>
            <a:ext cx="1408176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46888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one thing well.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 = one business capability.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993392" y="1261872"/>
            <a:ext cx="1627632" cy="246888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993392" y="1261872"/>
            <a:ext cx="45720" cy="2468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38988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03120" y="19202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Process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2103120" y="2414016"/>
            <a:ext cx="1408176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103120" y="246888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JVM, JAR file,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Spring Boot main() method.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730752" y="1261872"/>
            <a:ext cx="1627632" cy="2468880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30752" y="1261872"/>
            <a:ext cx="45720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38988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40480" y="19202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Database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840480" y="2414016"/>
            <a:ext cx="1408176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840480" y="246888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tables.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isolation.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68112" y="1261872"/>
            <a:ext cx="1627632" cy="2468880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68112" y="1261872"/>
            <a:ext cx="45720" cy="2468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389888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77840" y="19202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Communication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577840" y="2414016"/>
            <a:ext cx="1408176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77840" y="246888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via REST HTTP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message broker only.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205472" y="1261872"/>
            <a:ext cx="1627632" cy="2468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205472" y="1261872"/>
            <a:ext cx="45720" cy="2468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1389888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15200" y="19202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315200" y="2414016"/>
            <a:ext cx="1408176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315200" y="246888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without touching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service.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256032" y="3822192"/>
            <a:ext cx="8631936" cy="11338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56032" y="3822192"/>
            <a:ext cx="8631936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38912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E-Commerce Project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438912" y="4169664"/>
            <a:ext cx="2688336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38912" y="4169664"/>
            <a:ext cx="4572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66928" y="42062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 :8081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566928" y="44988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&amp; tracks orders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3310128" y="4169664"/>
            <a:ext cx="2688336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3310128" y="4169664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3438144" y="42062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Service :8082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3438144" y="44988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stock levels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6181344" y="4169664"/>
            <a:ext cx="2688336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6181344" y="4169664"/>
            <a:ext cx="45720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6309360" y="42062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 :8083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6309360" y="44988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confirmation emails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— Microservices vs Monoliths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04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914400"/>
            <a:ext cx="393192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9CA3AF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14400"/>
            <a:ext cx="45720" cy="40965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87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" y="1335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 unit — everything bundled together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664208"/>
            <a:ext cx="3749040" cy="19019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664208"/>
            <a:ext cx="37490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719072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719072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1719072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883664"/>
            <a:ext cx="34930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MONOLITH.jar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User Module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Product Module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Order Module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Payment Module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Notification Module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ONE shared database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84048" y="367588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62102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everything even if only one part is slow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92277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 can crash the entire application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427939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2245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 coordinate on the same codebase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58114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5262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windows require everyone to be ready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23360" y="2450592"/>
            <a:ext cx="658368" cy="65836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VS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74336" y="914400"/>
            <a:ext cx="393192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9CA3AF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74336" y="914400"/>
            <a:ext cx="45720" cy="40965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987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65776" y="1335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independent, focused services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65776" y="1664208"/>
            <a:ext cx="3749040" cy="19019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65776" y="1664208"/>
            <a:ext cx="37490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57216" y="1719072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2664" y="1719072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68112" y="1719072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1883664"/>
            <a:ext cx="34930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Service      :8081 + orders_db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Service  :8082 + inventory_db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 Svc   :8083 + notif_db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Service    :8084 + payments_db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(each independently deployable)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102352" y="367588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48656" y="362102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the service under load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02352" y="397764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48656" y="392277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stay isolated to one service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02352" y="427939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48656" y="42245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 own services end-to-end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02352" y="458114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48656" y="45262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 service any time independently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6032" y="5074920"/>
            <a:ext cx="8631936" cy="329184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5074920"/>
            <a:ext cx="8357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Don't start with microservices. Build a monolith first. Extract services when you feel specific pain.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— Characteristics of Microservices Architecture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04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2779776" cy="1719072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24128"/>
            <a:ext cx="45720" cy="17190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024128"/>
            <a:ext cx="2779776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0241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1024128"/>
            <a:ext cx="252374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024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353312"/>
            <a:ext cx="2560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 = one business capability. If you can't describe it in one sentence, it's too big.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63824" y="1024128"/>
            <a:ext cx="2779776" cy="1719072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63824" y="1024128"/>
            <a:ext cx="45720" cy="1719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3824" y="1024128"/>
            <a:ext cx="2779776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63824" y="10241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9856" y="1024128"/>
            <a:ext cx="252374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1296" y="1024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 Service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1353312"/>
            <a:ext cx="2560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service may touch your database — not even for a read. The golden rule of MSA.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71616" y="1024128"/>
            <a:ext cx="2779776" cy="1719072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024128"/>
            <a:ext cx="45720" cy="17190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1024128"/>
            <a:ext cx="2779776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10241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27648" y="1024128"/>
            <a:ext cx="252374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1024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Communication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9632" y="1353312"/>
            <a:ext cx="2560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talk only through REST HTTP or a message broker. Never direct method calls.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2871216"/>
            <a:ext cx="2779776" cy="1719072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871216"/>
            <a:ext cx="45720" cy="17190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2871216"/>
            <a:ext cx="2779776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8712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2064" y="2871216"/>
            <a:ext cx="252374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Deployable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" y="3200400"/>
            <a:ext cx="2560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service can be updated, restarted, or scaled without touching any other service.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63824" y="2871216"/>
            <a:ext cx="2779776" cy="1719072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63824" y="2871216"/>
            <a:ext cx="45720" cy="17190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63824" y="2871216"/>
            <a:ext cx="2779776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63824" y="28712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19856" y="2871216"/>
            <a:ext cx="252374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Tech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91840" y="3200400"/>
            <a:ext cx="2560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picks the best tech for their service. Java, Python, Node — all coexist.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71616" y="2871216"/>
            <a:ext cx="2779776" cy="1719072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71616" y="2871216"/>
            <a:ext cx="45720" cy="17190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71616" y="2871216"/>
            <a:ext cx="2779776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71616" y="28712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27648" y="2871216"/>
            <a:ext cx="252374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Failure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99632" y="3200400"/>
            <a:ext cx="2560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failures are normal. Use retries, circuit breakers, and message queues. Plan for it.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— Advantages &amp; Disadvantages of MSA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04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914400"/>
            <a:ext cx="411480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9CA3AF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14400"/>
            <a:ext cx="45720" cy="41696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Advantages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4048" y="1371600"/>
            <a:ext cx="385876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53619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4630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73736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the service under load. Don't pay for unused compute.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23113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5798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43230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any service any time. No coordinated release windows.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92608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529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127248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in one service doesn't take down the others.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6210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478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Freedom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822192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 for each job — Java, Python, Node all coexist.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31596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4281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Autonomy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51713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 own a service end-to-end. Move fast independently.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73168" y="914400"/>
            <a:ext cx="411480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9CA3AF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914400"/>
            <a:ext cx="45720" cy="41696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Disadvantages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901184" y="1371600"/>
            <a:ext cx="385876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01184" y="1536192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14630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Complexity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65776" y="173736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 fail. Timeouts, retries, circuit breakers needed.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01184" y="2231136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65776" y="215798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Overhead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65776" y="243230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apps to monitor, log, deploy, and configure separately.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01184" y="2926080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28529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65776" y="3127248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transactions. Eventual consistency is hard to get right.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01184" y="3621024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65776" y="35478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Complexity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65776" y="3822192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require running all services simultaneously.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01184" y="4315968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65776" y="424281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Latency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65776" y="451713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calls: nanoseconds. HTTP calls: milliseconds. It adds up.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— Why Microservices Need Messaging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04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420624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24128"/>
            <a:ext cx="45720" cy="3931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09728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REST-Only (The Problem)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499616"/>
            <a:ext cx="4023360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499616"/>
            <a:ext cx="402336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554480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1554480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155448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719072"/>
            <a:ext cx="37673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 Service blocks on EVERY call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inventoryClient.check();    // 10ms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paymentClient.process();    // 2 seconds!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notificationClient.email(); // 500ms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waits 2.5 seconds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Notification is DOWN → order FAILS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02336" y="3328416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must be available simultaneously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" y="3657600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dependency = slow user experience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2336" y="3986784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950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 one cascades to all others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2336" y="431596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 defeats microservices goal</a:t>
            </a:r>
            <a:endParaRPr lang="en-US" sz="9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460857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49808" y="4608576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is for when you need an answer RIGHT NOW.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15968" y="256032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681728" y="1024128"/>
            <a:ext cx="420624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81728" y="1024128"/>
            <a:ext cx="45720" cy="3931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28032" y="109728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Messaging (The Solution)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773168" y="1499616"/>
            <a:ext cx="4023360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73168" y="1499616"/>
            <a:ext cx="402336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64608" y="1554480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20056" y="1554480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175504" y="155448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01184" y="1719072"/>
            <a:ext cx="37673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inventory synchronously (must know!)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inventoryClient.check();   // 10ms — sync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 order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orderRepository.save(order);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Fire event — DON'T WAIT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rabbitTemplate.send(event); // 1ms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order; // User gets response NOW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4828032" y="336499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92624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 processes in background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828032" y="369417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992624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gets instant response in ~20ms total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828032" y="40233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92624" y="3950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Notification is DOWN — message waits safely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828032" y="435254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992624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delivered automatically when it recovers</a:t>
            </a:r>
            <a:endParaRPr lang="en-US" sz="95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4608576"/>
            <a:ext cx="292608" cy="29260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175504" y="4608576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decouples services in TIME — not just space.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— Messaging Patterns: Point-to-Point vs Pub/Sub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04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SYSTEMS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420624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24128"/>
            <a:ext cx="45720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09728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(Queue)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144475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producer → One queue → One consumer processes each message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1847088"/>
            <a:ext cx="4023360" cy="115214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847088"/>
            <a:ext cx="402336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901952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901952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1901952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066544"/>
            <a:ext cx="37673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Producer ──▶ [Queue] ──▶ Consumer A ✓ (gets it)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╳    Consumer B  (does NOT)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for: Payment processing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Only ONE instance charges the customer!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02336" y="307238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" y="3401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that must be processed exactly once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2336" y="37307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— not double-charged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2336" y="40599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queues — one worker picks up each job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2336" y="43891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sending with retry on failure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1024128"/>
            <a:ext cx="420624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1728" y="1024128"/>
            <a:ext cx="45720" cy="3931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09728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Publish-Subscribe (Topic)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28032" y="144475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producer → Exchange → ALL subscribers get a copy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1847088"/>
            <a:ext cx="4023360" cy="115214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1847088"/>
            <a:ext cx="402336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64608" y="1901952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0056" y="1901952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75504" y="1901952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066544"/>
            <a:ext cx="37673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Producer ──▶ [Exchange] ──▶ Payment Svc  ✓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──▶ Notification ✓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──▶ Analytics    ✓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828032" y="307238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28032" y="340156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 → trigger payment + email + analytics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28032" y="373075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4336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registered → welcome email + CRM update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28032" y="405993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depleted → alert + reorder + notification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28032" y="438912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74336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that multiple systems need to react to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 — Message Queues: Acknowledgement &amp; Reliability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04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502920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9CA3AF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87552"/>
            <a:ext cx="45720" cy="40782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0607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Acknowledgement System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1463040"/>
            <a:ext cx="4846320" cy="206654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463040"/>
            <a:ext cx="484632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517904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1517904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1517904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682496"/>
            <a:ext cx="459028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FLOW: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RabbitMQ delivers message to consumer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Consumer processes it successfully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Consumer sends ACK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RabbitMQ deletes the message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 CRASHES: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RabbitMQ delivers 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Consumer crashes — no ACK 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RabbitMQ detects dropped connection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Message REDELIVERED to another consumer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Zero messages lost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" y="3602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Spring Boot: return normally = auto-ACK. Throw exception = NACK (requeue).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68112" y="987552"/>
            <a:ext cx="3419856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9CA3AF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68112" y="987552"/>
            <a:ext cx="45720" cy="40782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06070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Properties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59552" y="1481328"/>
            <a:ext cx="3236976" cy="768096"/>
          </a:xfrm>
          <a:prstGeom prst="rect">
            <a:avLst/>
          </a:prstGeom>
          <a:solidFill>
            <a:srgbClr val="F6F8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59552" y="1481328"/>
            <a:ext cx="45720" cy="7680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15361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0" y="181051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written to disk. Survive broker restarts. Never lost.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59552" y="2377440"/>
            <a:ext cx="3236976" cy="768096"/>
          </a:xfrm>
          <a:prstGeom prst="rect">
            <a:avLst/>
          </a:prstGeom>
          <a:solidFill>
            <a:srgbClr val="F6F8F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2377440"/>
            <a:ext cx="45720" cy="7680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4323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270662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removed only after consumer confirms processing.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59552" y="3273552"/>
            <a:ext cx="3236976" cy="768096"/>
          </a:xfrm>
          <a:prstGeom prst="rect">
            <a:avLst/>
          </a:prstGeom>
          <a:solidFill>
            <a:srgbClr val="F6F8F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59552" y="3273552"/>
            <a:ext cx="45720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32841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360273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messages (after retries) go here for investigation.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59552" y="4169664"/>
            <a:ext cx="3236976" cy="768096"/>
          </a:xfrm>
          <a:prstGeom prst="rect">
            <a:avLst/>
          </a:prstGeom>
          <a:solidFill>
            <a:srgbClr val="F6F8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59552" y="4169664"/>
            <a:ext cx="45720" cy="7680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422452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Order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0" y="449884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out. Producer adds to tail, consumer reads from head.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 — Real-World Project: E-Commerce Order System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863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★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804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914400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Spring Boot services · Three MySQL databases · RabbitMQ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8631936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8872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MYSQL SERVER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2816352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813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ecommerce_orders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7556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orders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27632" y="2084832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1444752"/>
            <a:ext cx="2816352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4813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ecommerce_inventory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28416" y="17556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inventory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2084832"/>
            <a:ext cx="0" cy="25603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444752"/>
            <a:ext cx="2816352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4813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ecommerce_notifications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17556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notification_logs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89520" y="2084832"/>
            <a:ext cx="0" cy="256032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340864"/>
            <a:ext cx="2816352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340864"/>
            <a:ext cx="54864" cy="5852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340864"/>
            <a:ext cx="2615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 :8081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36976" y="2340864"/>
            <a:ext cx="2816352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6976" y="2340864"/>
            <a:ext cx="54864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2340864"/>
            <a:ext cx="2615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SERVICE :8082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340864"/>
            <a:ext cx="2816352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2340864"/>
            <a:ext cx="54864" cy="5852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340864"/>
            <a:ext cx="2615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 :8083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72384" y="2633472"/>
            <a:ext cx="16459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8688" y="2596896"/>
            <a:ext cx="36576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71216" y="246888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664208" y="2926080"/>
            <a:ext cx="0" cy="27432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3200400"/>
            <a:ext cx="1901952" cy="603504"/>
          </a:xfrm>
          <a:prstGeom prst="rect">
            <a:avLst/>
          </a:prstGeom>
          <a:solidFill>
            <a:srgbClr val="1500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2004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34564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order-placed-queue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33472" y="3493008"/>
            <a:ext cx="4645152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42048" y="3456432"/>
            <a:ext cx="36576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33284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56032" y="3950208"/>
            <a:ext cx="1993392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3950208"/>
            <a:ext cx="274320" cy="4937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3950208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03504" y="400507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POSTs /api/orders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340864" y="3950208"/>
            <a:ext cx="1993392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40864" y="3950208"/>
            <a:ext cx="274320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40864" y="3950208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688336" y="400507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Inventory (REST)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25696" y="3950208"/>
            <a:ext cx="1993392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25696" y="3950208"/>
            <a:ext cx="274320" cy="4937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25696" y="3950208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3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773168" y="400507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saved to MySQL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510528" y="3950208"/>
            <a:ext cx="1993392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10528" y="3950208"/>
            <a:ext cx="274320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3950208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4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58000" y="400507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→ RabbitMQ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56032" y="4517136"/>
            <a:ext cx="8631936" cy="384048"/>
          </a:xfrm>
          <a:prstGeom prst="rect">
            <a:avLst/>
          </a:prstGeom>
          <a:solidFill>
            <a:srgbClr val="09152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" y="4517136"/>
            <a:ext cx="8357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gets instant 201 response at step 3 — email delivered asynchronously afterwards by Notification Service.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Config &amp; Producer (Order Service)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768096"/>
            <a:ext cx="5047488" cy="41879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68096"/>
            <a:ext cx="5047488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22960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22960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87552"/>
            <a:ext cx="479145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RabbitMQConfig {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final String ORDER_QUEUE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"order-placed-queue";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final String ORDER_EXCHANGE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"order-exchange";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final String ORDER_ROUTING_KEY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"order.placed";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Queue orderQueue()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durable = survives broker restarts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QueueBuilder.durable(ORDER_QUEUE).build();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DirectExchange orderExchange()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DirectExchange(ORDER_EXCHANGE);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Binding orderBinding(Queue q, DirectExchange ex)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BindingBuilder.bind(q).to(ex)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.with(ORDER_ROUTING_KEY);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MessageConverter messageConverter()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Jackson2JsonMessageConverter(); //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13248" y="768096"/>
            <a:ext cx="3474720" cy="41879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13248" y="768096"/>
            <a:ext cx="347472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04688" y="822960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0136" y="822960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5584" y="82296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987552"/>
            <a:ext cx="3218688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OrderService.java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Publish event — fire and forget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amqpTemplate.convertAndSend(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RabbitMQConfig.ORDER_EXCHANGE,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RabbitMQConfig.ORDER_ROUTING_KEY,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OrderPlacedEvent(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order.getId(),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order.getOrderNumber(),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order.getSkuCode(),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order.getQuantity(),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order.getPrice(),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order.getCustomerEmail(),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order.getCreatedAt()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 immediately — don't wait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order;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application.properties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spring.rabbitmq.host=localhost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spring.rabbitmq.port=5672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spring.rabbitmq.username=guest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spring.rabbitmq.password=guest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Consumer &amp; MySQL Logging (Notification Service)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768096"/>
            <a:ext cx="5047488" cy="41879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68096"/>
            <a:ext cx="5047488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22960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22960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87552"/>
            <a:ext cx="479145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@RequiredArgsConstructor @Slf4j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OrderEventConsumer {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EmailService emailService;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Spring calls this when a message arrives.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Returns normally → auto-ACK (message deleted).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Throws exception → NACK (message requeued).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@RabbitListener(queues = RabbitMQConfig.ORDER_QUEUE)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handleOrderPlaced(OrderPlacedEvent event) {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log.info("Received event for order: {}",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event.getOrderNumber());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emailService.sendOrderConfirmation(event);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log.info("Notification saved to MySQL for: {}",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event.getOrderNumber());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application.properties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spring.datasource.url=jdbc:mysql://localhost:3306/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ecommerce_notifications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spring.jpa.hibernate.ddl-auto=update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13248" y="768096"/>
            <a:ext cx="3474720" cy="41879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13248" y="768096"/>
            <a:ext cx="347472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04688" y="822960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0136" y="822960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5584" y="82296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987552"/>
            <a:ext cx="3218688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Saves to ecommerce_notifications DB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sendOrderConfirmation(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OrderPlacedEvent event)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Simulate email send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log.info("EMAIL SENT to {}",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event.getCustomerEmail());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Log success to MySQL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notifLogRepo.save(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NotificationLog.builder()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.orderId(event.getOrderId())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.orderNumber(event.getOrderNumber())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.recipientEmail(event.getCustomerEmail())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.notificationType("ORDER_CONFIRMATION")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.status(NotificationStatus.SENT)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.sentAt(LocalDateTime.now())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.build());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(Exception 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Log failure + rethrow for retry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notifLogRepo.save(/* FAILED log */);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RuntimeException(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"Email failed — will retry", 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MySQL Databases — Database per Service Pattern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47472" y="768096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reads and writes ONLY to its own database. No cross-database queries. Ever.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42416"/>
            <a:ext cx="281635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9CA3AF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42416"/>
            <a:ext cx="45720" cy="39502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ecommerce_orders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4264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 :8081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1682496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73936"/>
            <a:ext cx="2596896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7739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066544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0665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order_number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2596896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3591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sku_code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6517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944368"/>
            <a:ext cx="2596896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9443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2369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customer_email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529584"/>
            <a:ext cx="2596896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52958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8221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" y="4498848"/>
            <a:ext cx="256032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Only accessible by Order Service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36976" y="1042416"/>
            <a:ext cx="281635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9CA3AF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36976" y="1042416"/>
            <a:ext cx="45720" cy="3950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ecommerce_inventory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64992" y="14264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Service :8082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64992" y="1682496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46704" y="1773936"/>
            <a:ext cx="2596896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17739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46704" y="2066544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20665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sku_code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46704" y="2359152"/>
            <a:ext cx="2596896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23591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64992" y="4498848"/>
            <a:ext cx="256032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Only accessible by Inventory Service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1042416"/>
            <a:ext cx="281635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9CA3AF">
                <a:alpha val="2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1042416"/>
            <a:ext cx="45720" cy="3950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ecommerce_notifications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45936" y="14264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 :8083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45936" y="1682496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7648" y="1773936"/>
            <a:ext cx="2596896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17739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27648" y="2066544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20665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27648" y="2359152"/>
            <a:ext cx="2596896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23591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order_number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27648" y="2651760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2512" y="26517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recipient_email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27648" y="2944368"/>
            <a:ext cx="2596896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2512" y="29443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327648" y="3236976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2512" y="32369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sent_at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45936" y="4498848"/>
            <a:ext cx="256032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45936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Only accessible by Notification Service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56032" y="5029200"/>
            <a:ext cx="8631936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2336" y="5029200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Database changes in one service never affect another. Each team owns their schema completely — zero coordination required.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Flow Walkthrough — What Happens When You Place an Order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768096"/>
            <a:ext cx="8631936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68096"/>
            <a:ext cx="329184" cy="6035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68096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804672"/>
            <a:ext cx="8119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/api/orders  { "skuCode":"IPHONE-15-BLACK", "quantity":1 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1097280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request arrives at Order Service :8081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472184"/>
            <a:ext cx="8631936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472184"/>
            <a:ext cx="329184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472184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" y="1508760"/>
            <a:ext cx="8119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/api/inventory/check?skuCode=IPHONE-15-BLACK&amp;quantity=1 → true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" y="1801368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REST call → Inventory reserves 1 unit in MySQL (50→49)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176272"/>
            <a:ext cx="8631936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176272"/>
            <a:ext cx="329184" cy="6035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176272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" y="2212848"/>
            <a:ext cx="8119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orders (order_number, sku_code, status) VALUES ("ORD-...", ...)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6656" y="2505456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saved to ecommerce_orders MySQL database — status: PLACED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880360"/>
            <a:ext cx="8631936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880360"/>
            <a:ext cx="32918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80360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2916936"/>
            <a:ext cx="8119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rabbitTemplate.convertAndSend("order-exchange", "order.placed", event)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" y="3209544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published to RabbitMQ — takes 1ms — does NOT block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3584448"/>
            <a:ext cx="8631936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584448"/>
            <a:ext cx="329184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584448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" y="3621024"/>
            <a:ext cx="8119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201 { "orderNumber":"ORD-1701234", "status":"PLACED" 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" y="3913632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receives instant response — total elapsed time: ~20ms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705088" y="3858768"/>
            <a:ext cx="0" cy="42976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4288536"/>
            <a:ext cx="8631936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4288536"/>
            <a:ext cx="329184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288536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6656" y="4325112"/>
            <a:ext cx="8119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handleOrderPlaced(event) → sendEmail() → INSERT INTO notification_logs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6656" y="4617720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 processes event asynchronously — persists to MySQL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5029200"/>
            <a:ext cx="8631936" cy="347472"/>
          </a:xfrm>
          <a:prstGeom prst="rect">
            <a:avLst/>
          </a:prstGeom>
          <a:solidFill>
            <a:srgbClr val="0D1A1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5029200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1–5 complete in ~20ms. Step 6 runs asynchronously. If Notification Service is down, the message queues safely and is processed on recovery.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Project — Start to First Request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768096"/>
            <a:ext cx="4206240" cy="1536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68096"/>
            <a:ext cx="42062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22960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22960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87552"/>
            <a:ext cx="39502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— Create MySQL databases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ecommerce_orders;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ecommerce_inventory;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ecommerce_notifications;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395728"/>
            <a:ext cx="4206240" cy="1316736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395728"/>
            <a:ext cx="42062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450592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450592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450592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15184"/>
            <a:ext cx="3950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— Start RabbitMQ with Docker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rabbitmq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5672:5672 -p 15672:15672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rabbitmq:3-management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Dashboard: http://localhost:15672 (guest/guest)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3785616"/>
            <a:ext cx="4206240" cy="11704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785616"/>
            <a:ext cx="42062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840480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40480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84048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005072"/>
            <a:ext cx="3950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 — Start all three services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inventory-service &amp;&amp; mvn spring-boot:run  #:8082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order-service    &amp;&amp; mvn spring-boot:run   #:8081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notification-service &amp;&amp; mvn spring-boot:run #:8083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45152" y="768096"/>
            <a:ext cx="4242816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45152" y="768096"/>
            <a:ext cx="4242816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822960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822960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7488" y="82296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987552"/>
            <a:ext cx="398678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 — Place a test order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http://localhost:8081/api/orders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"skuCode": "IPHONE-15-BLACK",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"quantity":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"price": 999.99,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"customerEmail": "alice@example.com"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}'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45152" y="2779776"/>
            <a:ext cx="4242816" cy="11155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5152" y="2779776"/>
            <a:ext cx="4242816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2834640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2834640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47488" y="283464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999232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5 — Verify in MySQL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ecommerce_orders;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order_number, status FROM orders;   -- PLACED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ecommerce_inventory;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sku_code, quantity FROM inventory;  -- 49 (was 50)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ecommerce_notifications;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order_number, status FROM notification_logs;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45152" y="3968496"/>
            <a:ext cx="4242816" cy="987552"/>
          </a:xfrm>
          <a:prstGeom prst="rect">
            <a:avLst/>
          </a:prstGeom>
          <a:solidFill>
            <a:srgbClr val="091520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4078224"/>
            <a:ext cx="310896" cy="31089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138928" y="4005072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test: use IPAD-AIR-WIFI (qty=0)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409 Conflict, no event published.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56032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Microservices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MySQL · RabbitMQ · REST + Async Messaging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47472" y="2578608"/>
            <a:ext cx="4224528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2578608"/>
            <a:ext cx="45720" cy="5852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8833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263347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microservices vs monoliths with concrete trade-offs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828032" y="2578608"/>
            <a:ext cx="4224528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28032" y="2578608"/>
            <a:ext cx="45720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8833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6672" y="263347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six characteristics of a proper MSA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47472" y="3273552"/>
            <a:ext cx="4224528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7472" y="3273552"/>
            <a:ext cx="45720" cy="5852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8328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112" y="332841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three independent Spring Boot services from scratch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828032" y="3273552"/>
            <a:ext cx="4224528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28032" y="3273552"/>
            <a:ext cx="4572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383280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76672" y="332841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RabbitMQ with exchanges, queues and routing keys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347472" y="3968496"/>
            <a:ext cx="4224528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347472" y="3968496"/>
            <a:ext cx="45720" cy="5852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78224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6112" y="402336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async messaging with @RabbitListener and ACK/NACK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828032" y="3968496"/>
            <a:ext cx="4224528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828032" y="3968496"/>
            <a:ext cx="45720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078224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76672" y="402336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database-per-service pattern with separate MySQL DBs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347472" y="4681728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API Gateway  ·  Service Discovery (Eureka)  ·  Circuit Breaker (Resilience4j)  ·  Docker &amp; Kubernetes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Spring Boot &amp; Messaging  ·  Complete Beginner's Tutorial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with Spring Boot &amp; Messaging</dc:title>
  <dc:subject>PptxGenJS Presentation</dc:subject>
  <dc:creator>PptxGenJS</dc:creator>
  <cp:lastModifiedBy>PptxGenJS</cp:lastModifiedBy>
  <cp:revision>1</cp:revision>
  <dcterms:created xsi:type="dcterms:W3CDTF">2026-03-03T02:55:45Z</dcterms:created>
  <dcterms:modified xsi:type="dcterms:W3CDTF">2026-03-03T02:55:45Z</dcterms:modified>
</cp:coreProperties>
</file>
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69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64592" cy="4997196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822960"/>
            <a:ext cx="2011680" cy="20116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0" y="8229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577840" y="2377440"/>
            <a:ext cx="1188720" cy="11887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0" y="2377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80960" y="2743200"/>
            <a:ext cx="1097280" cy="10972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0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"/>
            <a:ext cx="256032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57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MASTERY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7200" y="18288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• Hibernate • Spring Data • Transactions • Validation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5029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87168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absolute zero to production-ready architecture.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explained with real-world working code.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Instructor: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Java Backend Architect  |  30+ Years Industry Experience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Use Case: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|  Complete Working Project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20240" y="4434840"/>
            <a:ext cx="1280160" cy="2743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2024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66160" y="4434840"/>
            <a:ext cx="1280160" cy="2743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4434840"/>
            <a:ext cx="1280160" cy="2743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Course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master — module by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64008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" y="1280160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207008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&amp; Boot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IoC, DI, Auto-configuration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81528" y="1115568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81528" y="1115568"/>
            <a:ext cx="64008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9544" y="1280160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954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11880" y="1207008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Fundamentals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1554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persistence, ORM mismatch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61888" y="1115568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61888" y="1115568"/>
            <a:ext cx="64008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9904" y="128016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9904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92240" y="1207008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Specification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155448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EntityManager, JPQL, Entities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208483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2084832"/>
            <a:ext cx="64008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" y="224942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" y="2176272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252374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JPA implementation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81528" y="208483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81528" y="2084832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9544" y="224942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9544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11880" y="2176272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11880" y="252374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abstraction layer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61888" y="2084832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61888" y="2084832"/>
            <a:ext cx="64008" cy="8961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89904" y="2249424"/>
            <a:ext cx="329184" cy="3291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9904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92240" y="2176272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Hierarchy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92240" y="2523744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 vs JpaRepository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" y="3054096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01168" y="3054096"/>
            <a:ext cx="64008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9184" y="321868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31455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Expressions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" y="349300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query method names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81528" y="3054096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081528" y="3054096"/>
            <a:ext cx="64008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209544" y="32186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9544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11880" y="31455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Annotations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11880" y="349300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@Entity, @Column, @OneToMany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61888" y="3054096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961888" y="3054096"/>
            <a:ext cx="64008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089904" y="321868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089904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92240" y="31455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492240" y="349300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properties, @Transactional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" y="40233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01168" y="4023360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29184" y="418795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9184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1520" y="4114800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Strategies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31520" y="4462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REQUIRES_NEW, NESTED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81528" y="40233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081528" y="4023360"/>
            <a:ext cx="64008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209544" y="4187952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209544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611880" y="4114800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Interface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611880" y="4462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+ Custom logic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961888" y="4023360"/>
            <a:ext cx="27889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961888" y="4023360"/>
            <a:ext cx="64008" cy="896112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89904" y="4187952"/>
            <a:ext cx="329184" cy="329184"/>
          </a:xfrm>
          <a:prstGeom prst="ellipse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089904" y="4187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492240" y="4114800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492240" y="4462272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Mgmt System — complete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What is Spring Framework?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The Foundation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78408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78408"/>
            <a:ext cx="54864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 requires manual object creation. 500 classes = 500 `new` keywords. Tight coupling. Impossible to test. Change one thing, break everything.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276856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2276856"/>
            <a:ext cx="54864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0604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manages all objects for you. You describe what you need, Spring builds, wires, and injects everything. Focus on business logic — not plumbing.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575304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3575304"/>
            <a:ext cx="54864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48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90448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(IoC) — Spring calls YOU, not the other way around. Dependency Injection (DI) — Spring injects what each class needs automatically.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960120"/>
            <a:ext cx="44348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0" y="960120"/>
            <a:ext cx="443484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969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1188720"/>
            <a:ext cx="4206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WITHOUT Spring — tight coupling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AccountService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You create everything manually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DatabaseHelper db = new DatabaseHelper();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EmailService email = new EmailService();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Changing DB? Edit EVERY class!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2560320"/>
            <a:ext cx="443484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2560320"/>
            <a:ext cx="443484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2569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2788920"/>
            <a:ext cx="42062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WITH Spring — loose coupling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AccountService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 // Spring injects this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DatabaseHelper db;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 // Spring injects this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EmailService email;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Swap DB? Change ONE config file.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507992"/>
            <a:ext cx="8686800" cy="45720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5079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Analogy: Spring is like a luxury hotel. You don't make your own bed or cook your own food — the hotel staff manages everything. You focus on being a guest (writing business logic).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What is Spring Boot?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Over Configuration — Zero XML Hell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88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inspects your classpath and auto-wires everything for you. Add MySQL driver? Database config is automatic. No XML needed.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960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Dependencies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starter brings 8 compatible libraries. spring-boot-starter-data-jpa includes Hibernate, JPA API, Spring ORM — all tested, all compatible.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960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514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is packaged INSIDE your JAR. Run  java -jar app.jar — your entire app starts. No external server install needed.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493008"/>
            <a:ext cx="42519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493008"/>
            <a:ext cx="425196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502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721608"/>
            <a:ext cx="40233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pom.xml — ONE starter = everything you need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&lt;groupId&gt;org.springframework.boot&lt;/groupId&gt;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&lt;artifactId&gt;spring-boot-starter-data-jpa&lt;/artifactId&gt;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Brings in: Hibernate, JPA API, Spring ORM,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HikariCP connection pool — all compatible!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493008"/>
            <a:ext cx="425196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493008"/>
            <a:ext cx="425196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502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721608"/>
            <a:ext cx="40233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  // 3 annotations in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@Configuration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@EnableAutoConfiguration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@ComponentScan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HospitalApplication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SpringApplication.run(HospitalApplication.class, args);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The Database Problem &amp; ORM Mismatch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1018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JPA was invented — the root cause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117043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Volatility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objects live in RAM. When your app restarts, ALL data is lost. A bank cannot afford this — customer accounts, transactions, balances must survive crashes, reboots, and power failures.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" y="2267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Object-Relational Impedance Mismatch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633472"/>
            <a:ext cx="201168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58568" y="2633472"/>
            <a:ext cx="2011680" cy="274320"/>
          </a:xfrm>
          <a:prstGeom prst="rect">
            <a:avLst/>
          </a:prstGeom>
          <a:solidFill>
            <a:srgbClr val="0F2F6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633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World (OOP)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50008" y="2633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World (Relational)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2011680" cy="27432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58568" y="2926080"/>
            <a:ext cx="2011680" cy="27432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with methods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0008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flat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218688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58568" y="3218688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218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references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50008" y="3218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IDs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3511296"/>
            <a:ext cx="2011680" cy="27432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58568" y="3511296"/>
            <a:ext cx="2011680" cy="27432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511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hierarchies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50008" y="35112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inheritance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80390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58568" y="3803904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List&lt;Account&gt; inside Customer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50008" y="38039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tables with FK joins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096512"/>
            <a:ext cx="2011680" cy="27432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58568" y="4096512"/>
            <a:ext cx="2011680" cy="274320"/>
          </a:xfrm>
          <a:prstGeom prst="rect">
            <a:avLst/>
          </a:prstGeom>
          <a:solidFill>
            <a:srgbClr val="F0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reference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50008" y="4096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column value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960120"/>
            <a:ext cx="434340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960120"/>
            <a:ext cx="43434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969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9160" y="1188720"/>
            <a:ext cx="4114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JDBC — 30 lines to save ONE patient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savePatient(Patient p)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Connection conn = null;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PreparedStatement stmt = null;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 = DriverManager.getConnection(url,user,pw);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stmt = conn.prepareStatement(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"INSERT INTO patients VALUES (?,?,?)");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stmt.setString(1, p.getName());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stmt.setInt(2, p.getAge());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stmt.executeUpdate();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  // forget this = server crash!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if(stmt!=null) stmt.close();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if(conn!=null) conn.close();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2926080"/>
            <a:ext cx="43434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2926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JPA Solution: patient = em.persist(patient);  — That's it. ONE line.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3520440"/>
            <a:ext cx="43434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0" y="3520440"/>
            <a:ext cx="43434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35295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09160" y="3749040"/>
            <a:ext cx="41148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JPA — same operation in 3 lines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 { /* fields + annotations */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your service: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entityManager.persist(patient); // INSERT handled!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p = em.find(Patient.class, 1L); // SELECT!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JPA?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Persistence API  —  The Contract, Not the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303520" cy="1051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USB Analogy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USB standard defines the rules (shape, speed, protocol). Many manufacturers (Samsung, SanDisk) build USB drives that all follow this standard. Similarly, JPA defines the rules — Hibernate, EclipseLink, and OpenJPA all implement them. Your code works against JPA, swap any vendor.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420624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 → DB table mapping. Hibernate creates the table based on your annotated class.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487168"/>
            <a:ext cx="420624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2487168"/>
            <a:ext cx="64008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8712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to the database. persist(), find(), merge(), remove() — all through EntityManager.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420624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599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Persistence Query Language. Queries against class names, not table names. Portable across all databases.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3675888"/>
            <a:ext cx="420624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3675888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749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40599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MySQL to PostgreSQL? Change ONE config line. Zero Java code changes. JPA ensures vendor neutrality.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JPA + Hibernate + Spring Data JPA — The Full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each layer's exact role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7315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960120"/>
            <a:ext cx="9144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1014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CODE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15568" y="1307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Services, Controllers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0" y="1636776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728216"/>
            <a:ext cx="7315200" cy="69494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1728216"/>
            <a:ext cx="91440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15568" y="20756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repository implementations. Method-name queries. Batch ops.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2404872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496312"/>
            <a:ext cx="731520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2496312"/>
            <a:ext cx="91440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2551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SPECIFICATION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15568" y="28437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 @Id  @Column  EntityManager  JPQL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317296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264408"/>
            <a:ext cx="7315200" cy="694944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264408"/>
            <a:ext cx="9144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5568" y="3319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15568" y="3611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checking  ·  First-level cache  ·  SQL generation  ·  Schema mgmt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0" y="39410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032504"/>
            <a:ext cx="7315200" cy="694944"/>
          </a:xfrm>
          <a:prstGeom prst="rect">
            <a:avLst/>
          </a:prstGeom>
          <a:solidFill>
            <a:srgbClr val="FDF2F8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4400" y="4032504"/>
            <a:ext cx="9144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15568" y="4087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+ DATABASE DRIVER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5568" y="437997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PostgreSQL  ·  Oracle  ·  H2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Analogy:  Database=Warehouse  ·  JDBC=Forklift  ·  Hibernate=WMS Software  ·  Spring Data JPA=Voice Assistant ("Hey Siri, find Patient John")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Standard Spring Boot Project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file lives and WHY — Hospital Management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" y="1165860"/>
            <a:ext cx="356616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" y="1187196"/>
            <a:ext cx="356616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" y="12268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" y="1641348"/>
            <a:ext cx="333756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hospital-management-system/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src/main/java/com/hospital/app/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HospitalApplication.java  ← ENTRY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PatientController.java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PatientService.java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impl/PatientServiceImpl.java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repository/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PatientRepository.java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Patient.java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dto/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request/PatientRequestDTO.java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response/PatientResponseDTO.java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exception/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GlobalExceptionHandler.java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validator/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PatientValidator.java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resources/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application.properties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96012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77640" y="96012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42232" y="10332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42232" y="128930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HTTP requests. Calls service. Returns JSON response. THIN — 3-5 lines per method.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0" y="96012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96012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48272" y="10332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48272" y="128930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logic lives here. @Transactional belongs here. Never write DB code here.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77640" y="1938528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77640" y="1938528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20116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42232" y="226771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JpaRepository. Only database operations. No business logic, no HTTP handling.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0" y="1938528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0" y="1938528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48272" y="20116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48272" y="226771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JPA-annotated classes mapping to DB tables. No business logic — only fields + annotations.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77640" y="2916936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77640" y="2916936"/>
            <a:ext cx="5486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42232" y="29900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42232" y="324612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DTO = what client sends. Response DTO = what you return. Never expose Entity directly.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0" y="2916936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83680" y="2916936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48272" y="29900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48272" y="3246120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catches all exceptions → structured JSON error responses.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80660" y="3895344"/>
            <a:ext cx="4892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80660" y="3895344"/>
            <a:ext cx="54864" cy="86868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5252" y="396849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validator/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45252" y="4224528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business rules needing DB lookups. Keeps service methods clean and focused.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Repository Hierarchy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2237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inheritance chain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73152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Repository&lt;T, ID&gt;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interface only — no methods. Tells Spring Data this is a repository.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178308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↓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0352" y="1920240"/>
            <a:ext cx="8339328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" y="192024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1984248"/>
            <a:ext cx="7973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CrudRepository&lt;T, ID&gt;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2304288"/>
            <a:ext cx="7973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· findById() · findAll() · count() · delete() · existsById()  → 7 CRUD methods FREE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60704" y="274320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86384" y="2880360"/>
            <a:ext cx="8083296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" y="2880360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4984" y="2944368"/>
            <a:ext cx="7717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PagingAndSortingRepository&lt;T, ID&gt;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4984" y="3264408"/>
            <a:ext cx="7717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 findAll(Sort)  and  findAll(Pageable)  → Pagination built-in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16736" y="3703320"/>
            <a:ext cx="10972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42416" y="3840480"/>
            <a:ext cx="7827264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42416" y="3840480"/>
            <a:ext cx="7315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71016" y="3904488"/>
            <a:ext cx="7461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JpaRepository&lt;T, ID&gt;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71016" y="4224528"/>
            <a:ext cx="7461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flush() · saveAndFlush() · deleteAllInBatch() · getReferenceById() · findAll(Example)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709160"/>
            <a:ext cx="8641080" cy="3200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Rule: Use JpaRepository for most JPA projects. Use CrudRepository when you want to restrict available operations (e.g., audit logs — hide deleteAll!).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JpaRepository vs CrudRepository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0713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use case — choosing the right repository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402336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402336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09928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Audit log — WRITE ONLY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Never update, never delete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AuditLogRepository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CrudRepository&lt;AuditLog, Long&gt;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Only save() is needed — nothing else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Developers CANNOT call deleteAll()!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This is intentional restriction.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essential CRUD methods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with any Spring Data module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Restricts dangerous operations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416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for write-only use cases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315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pagination/sorting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590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JPA-specific batch ops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  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1481328"/>
            <a:ext cx="402336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1481328"/>
            <a:ext cx="402336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1490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1709928"/>
            <a:ext cx="37947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Patient repo — full capabilities needed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PatientRepository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extends JpaRepository&lt;Patient, Long&gt;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Gets ALL JpaRepository methods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Pagination + Sorting + Batch ops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Add custom queries here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Page&lt;Patient&gt; findByStatus(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PatientStatus s, Pageable p);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3218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CrudRepository methods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Pagination + Sorting built-in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flush() and saveAndFlush()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0416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deleteAllInBatch() — very efficient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315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getReferenceById() — lazy proxy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4590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Query by Example (QBE)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Expressions — Derived Queries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Your Method Name BE the Query — Spring writes the SQL for you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Name  =  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Subject ]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By ]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Predicate Keywords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1480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88620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SUBJECT keywords: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findBy...    → SELECT → entity/list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countBy...   → SELECT COUNT(*)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existsBy...  → SELECT EXISTS(...)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deleteBy...  → DELETE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PREDICATE keywords: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findByEmail(String email)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WHERE email =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findByNameContainingIgnoreCase(String 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WHERE UPPER(name) LIKE UPPER('%s%')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findByAgeBetween(int min, int max)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WHERE age BETWEEN ? AND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findByStatusIn(List&lt;Status&gt; statuses)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WHERE status IN (?,...)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11480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41148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792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886200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TYPE flexibility: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Optional&lt;Patient&gt; findByEmail(String 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 result — may not exist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List&lt;Patient&gt; findByStatus(Status 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results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Page&lt;Patient&gt; findByStatus(Status s, Pageable p);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Paginated results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countByStatus(Status 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the count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LIMITING results: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findTop5ByDoctorIdOrderByNameAsc(Long 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findFirstByStatus(Status s);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Property Expressions — Hospital Repository in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method names → real generated SQL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0584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findByEmail()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String email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" y="1627632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= 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72968" y="10058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0789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findByNameContainingIgnoreCase()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String 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00984" y="1627632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UPPER(name) LIKE UPPER('%?%')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44768" y="10058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00584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0789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findByAgeBetween()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13716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int min, int max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72784" y="1627632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45936" y="1645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age BETWEEN ? AND 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1168" y="2322576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2322576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findByDoctorId()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268833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Long doctorId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" y="2944368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" y="29626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doctor_id = 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72968" y="2322576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72968" y="2322576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3756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findByDoctorIdAndStatus()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37560" y="268833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Long id, Status 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00984" y="2944368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74136" y="29626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doctor_id = ? AND status = 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44768" y="2322576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44768" y="2322576"/>
            <a:ext cx="6400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23957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findByStatusIn()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68833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List&lt;Status&gt; statuses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72784" y="2944368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45936" y="29626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IN (?, ?, ...)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1168" y="3639312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01168" y="3639312"/>
            <a:ext cx="64008" cy="118872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3712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countByStatus()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0050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Status status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" y="4261104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2336" y="4279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WHERE status = ?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72968" y="3639312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172968" y="3639312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37560" y="3712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existsByEmail()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37560" y="40050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String email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300984" y="4261104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74136" y="4279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EXISTS(WHERE email = ?)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44768" y="3639312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44768" y="3639312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09360" y="3712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findTop5ByDoctorIdOrderByNameAsc()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09360" y="40050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 Long doctorId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4261104"/>
            <a:ext cx="2606040" cy="493776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45936" y="4279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doctor_id = ? ORDER BY name ASC LIMIT 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Annotations — Mapping Classes to Tables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Object-Relational Mapping  ·  Hospital Patient Entity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1480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795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38862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"patients",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uniqueConstraints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@UniqueConstraint(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 = "uk_patient_email",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columnNames = {"email"}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indexes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@Index(name="idx_name",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columnList="name")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@GeneratedValue(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strategy=GenerationType.IDENTITY)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Long id;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@Column(name="full_name",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nullable=false, length=100)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91456" y="1225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91456" y="14813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class as JPA entity → Hibernate creates DB table from 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12280" y="11704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12280" y="1170432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0296" y="1225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0296" y="14813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table name, add unique constraints and DB indexes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0848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1456" y="2139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91456" y="23957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primary key field — every entity MUST have 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20848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12280" y="208483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0296" y="2139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40296" y="23957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IDENTITY=auto-increment, SEQUENCE=DB sequence (preferred for PostgreSQL)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9992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999232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91456" y="30540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@Column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column: name, nullable, length, precision, updatable=false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12280" y="29992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2999232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0296" y="30540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@Enumerated(STRING)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0296" y="3310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enum as 'ACTIVE' string not 0,1,2 ordinal — ALWAYS use STRING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9136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913632"/>
            <a:ext cx="54864" cy="8046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91456" y="3968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@Transient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42245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is NOT stored in DB — exists only in Java memory (calculated values)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12280" y="3913632"/>
            <a:ext cx="20116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12280" y="39136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40296" y="3968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@PrePersist / @PreUpdate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0296" y="42245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lifecycle hooks — auto-set createdAt, updatedAt before save/update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Relationship Annotations &amp; FetchType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9951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@OneToMany, @ManyToOne — LAZY vs EAGER trap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605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6052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9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3192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Doctor has MANY Patients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@OneToMany(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mappedBy = "doctor",  // owns FK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 = FetchType.LAZY,  // always LAZY!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cascade = CascadeType.PERSIST,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orphanRemoval =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List&lt;Patient&gt; patients = new ArrayList&lt;&gt;();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Patient belongs to ONE Doctor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@ManyToOne(fetch = FetchType.LAZY) // always!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@JoinColumn(name = "doctor_id")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Doctor doctor;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32918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vs EAGER — The Critical Decision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363931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3639312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6758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FetchType.EAGER (AVOID ⚠️)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9136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Doctor IMMEDIATELY when loading Patient. Patient has 500 accounts → 500K transactions → loads them ALL just to show patient name. Server runs out of memory!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4343400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4343400"/>
            <a:ext cx="54864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3799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FetchType.LAZY 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6177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Doctor ONLY when patient.getDoctor() is called. Zero extra DB queries unless you actually need the data. Always use LAZY on @ManyToOne and @OneToOne.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FetchTypes (Dangerous Defaults!)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251960" cy="3200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2984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71616" y="12984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⚠️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95744" y="1298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override to LAZY!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664208"/>
            <a:ext cx="4251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3168" y="16642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@OneToOne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71616" y="16642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⚠️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95744" y="16642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override to LAZY!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029968"/>
            <a:ext cx="4251960" cy="32004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20299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@OneToMany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71616" y="202996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95744" y="20299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safe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395728"/>
            <a:ext cx="4251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23957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@ManyToMany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71616" y="23957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95744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safe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285292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CascadeType Guide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182112"/>
            <a:ext cx="425196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3182112"/>
            <a:ext cx="425196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31912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410712"/>
            <a:ext cx="402336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 cascades: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CascadeType.PERSIST  // save child when saving parent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CascadeType.MERGE    // update child when updating parent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DANGEROUS — think carefully: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CascadeType.REMOVE   // delete parent = delete ALL children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CascadeType.ALL      // all operations cascade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orphanRemoval =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patient from list → auto DELETE patient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Nothing — The Foundation of Data Integrity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14800" cy="3246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Transactions — Disaster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88620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8862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367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856232"/>
            <a:ext cx="365760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Transfer $1000: Alice → Bob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Verify Alice has $1000 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Deduct $1000 from Alice ✓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Alice now has $49,000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💥 SERVER CRASHES HERE 💥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Add $1000 to Bob ← NEVER RUNS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Alice lost $1000.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Bob got nothing. Money VANISHED.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4114800"/>
            <a:ext cx="4114800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scenario caused real financial disasters!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114800" cy="32461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114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Transactions — Safe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27632"/>
            <a:ext cx="388620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1627632"/>
            <a:ext cx="38862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6367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856232"/>
            <a:ext cx="365760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TRANSACTION START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 2: Deduct Alice -$1000 ✓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💥 SERVER CRASHES HERE 💥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restart, DB reads transaction log.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 was NOT committed.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ROLLBACK: Alice gets $1000 back.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RESULT: No money lost.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integrity preserved. 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4114800"/>
            <a:ext cx="4114800" cy="2560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Transaction: "Either BOTH changes happen, or NEITHER happens."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ACID Properties — The Four Pillars of Reliable Transactions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7660" y="7315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your database makes with you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64008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06984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3272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13258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or Nothing"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618488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in a transaction succeeds completely, OR all are rolled back. No partial states. If step 2 of 5 fails, steps 1 is also undone.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Transfer $1000: Both debit AND credit happen, or NEITHER. Never just one.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Without: Money vanishes. Partial orders. Half-created records.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106984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13832" y="1051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3832" y="13258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Valid State"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18488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brings DB from one valid state to another. All constraints, foreign keys, and business rules must hold before AND after.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Account balance cannot go negative. Foreign keys must reference existing rows.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Without: Constraint violations. Orphaned records. Broken business rules.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990088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2990088"/>
            <a:ext cx="64008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09981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33272" y="3081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3272" y="33558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"Concurrent Transactions Don't Interfere"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64845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runs as if it's the only one. Intermediate states are invisible to other transactions. Prevents dirty reads and race conditions.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1788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Two users transferring from Alice's account simultaneously — each sees the correct balance.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4988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Without: Race conditions. Ghost money. Read uncommitted changes.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2990088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990088"/>
            <a:ext cx="64008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3099816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513832" y="3081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13832" y="33558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"Committed = Permanent"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648456"/>
            <a:ext cx="3977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data survives crashes, power outages, and hardware failures. Database writes to Write-Ahead Log (WAL) before confirming commit.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41788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"Transaction committed" message → data is on disk. Server can crash safely.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92040" y="44988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Without: Committed data disappears after crash. Data loss.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@Transactional — Declarative Transaction Management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Spring wraps your methods in database transactions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Lifecycle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352044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Method called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7099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819656"/>
            <a:ext cx="352044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196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Spring creates/joins transaction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203704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313432"/>
            <a:ext cx="352044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313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method body executes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69748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807208"/>
            <a:ext cx="352044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807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Method returns normally?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300984"/>
            <a:ext cx="352044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300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YES → COMMIT 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3685032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352044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 (exception) → ROLLBACK 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407408"/>
            <a:ext cx="4114800" cy="530352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40740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Self-Invocation Bug: When a method in the SAME class calls another @Transactional method, it bypasses the proxy — transaction behavior is IGNORED. Always put @Transactional methods in separate service classes!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960120"/>
            <a:ext cx="4434840" cy="173736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80560" y="960120"/>
            <a:ext cx="443484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17720" y="969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1188720"/>
            <a:ext cx="420624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MoneyTransferService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readOnly = true for ALL query methods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@Transactional(readOnly = 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Patient getPatient(Long id) { ...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Default @Transactional for writes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@Transactional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transferFunds(Long from, Long to, double amount)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If ANY exception → ROLLBACK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0" y="28163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@Transactional Attributes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127248"/>
            <a:ext cx="443484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80560" y="3127248"/>
            <a:ext cx="548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26864" y="312724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 = true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82512" y="3127248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dirty checking. Huge performance boost for reads. Always use for query methods.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3511296"/>
            <a:ext cx="4434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480560" y="3511296"/>
            <a:ext cx="548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26864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 = 30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82512" y="3511296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auto-rollbacks after 30 seconds. Prevents lock starvation.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80560" y="3895344"/>
            <a:ext cx="443484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480560" y="3895344"/>
            <a:ext cx="548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26864" y="38953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rollbackFor = X.class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82512" y="3895344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checked exceptions DON'T rollback by default! Must specify explicitly.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80560" y="4279392"/>
            <a:ext cx="4434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480560" y="4279392"/>
            <a:ext cx="548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26864" y="42793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noRollbackFor = Y.class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82512" y="42793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rollback on this specific exception (e.g., audit logging failure).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480560" y="4663440"/>
            <a:ext cx="443484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480560" y="4663440"/>
            <a:ext cx="548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26864" y="46634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 = READ_COMMITTED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82512" y="466344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visibility of concurrent changes. Prevents dirty reads.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Propagation Strategies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@Transactional methods call each other?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5196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64008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298448"/>
            <a:ext cx="123444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12984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existing tx. Create new if none.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1883664"/>
            <a:ext cx="4041648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1920240"/>
            <a:ext cx="38862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Used 95% of the time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 // = REQUIRED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placeOrder(Order o)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orderRepo.save(o);        // T1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inventoryService.reduce(o); // joins T1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All or nothing together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207008"/>
            <a:ext cx="425196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207008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REQUIRES_NEW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298448"/>
            <a:ext cx="123444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0" y="12984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0" y="159105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create new tx. Suspend existing.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64608" y="1883664"/>
            <a:ext cx="4041648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1920240"/>
            <a:ext cx="38862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Audit log must save even if main tx fails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@Transactional(propagation=REQUIRES_NEW)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logAction(String action)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T1 SUSPENDED, T2 starts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auditRepo.save(new AuditLog(action));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T2 COMMITS independently!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425196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64008" cy="1783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54680" y="3218688"/>
            <a:ext cx="1234440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32186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51129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tx if exists. Run without tx if none.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" y="3803904"/>
            <a:ext cx="4041648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" y="3840480"/>
            <a:ext cx="38862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Reporting — works with or without tx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@Transactional(propagation=SUPPORTS)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List&lt;Patient&gt; report()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Joins caller's tx if one exists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Otherwise runs without tx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patientRepo.findAll();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127248"/>
            <a:ext cx="4251960" cy="1783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127248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200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3218688"/>
            <a:ext cx="12344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0" y="32186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351129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inside existing tx. Partial rollback possible.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64608" y="3803904"/>
            <a:ext cx="4041648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56048" y="3840480"/>
            <a:ext cx="38862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Loyalty bonus — optional step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@Transactional(propagation=NESTED)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applyBonus(Order o)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Savepoint created inside outer tx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If THIS fails → rollback to savepoint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Outer tx CONTINUES normally!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bonusRepo.save(...);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All 7 Propagation Strategies — Quick Reference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use cases for each strategy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34429"/>
              </p:ext>
            </p:extLst>
          </p:nvPr>
        </p:nvGraphicFramePr>
        <p:xfrm>
          <a:off x="228600" y="914400"/>
          <a:ext cx="8686800" cy="35112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Transaction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Use Case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(default)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it ✅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✅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service methods — patient save, update, delete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REQUIRES_NEW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→ Create new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✅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log, email queue, payment tracking — always saves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it ✅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methods — work with or without caller's tx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NOT_SUPPORTED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it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API calls — don't hold DB locks during HTTP wait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it ✅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Exception!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validators that MUST be called within a tx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Exception!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transaction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that must NEVER run inside a transaction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Savepoint inside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✅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bonus steps — partial rollback without full rollback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498848"/>
            <a:ext cx="8686800" cy="50292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44988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Real Hospital Project Pattern: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PatientServiceImpl uses REQUIRED for all DB operations.  AuditService uses REQUIRES_NEW so audit logs persist even when patient save fails.  External lab API calls use NOT_SUPPORTED to avoid holding DB locks during network waits.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Validation — Bean Validation + Validator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user input — defend at every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Bean Validation (JSR-380)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416052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416052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27048"/>
            <a:ext cx="393192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PatientRequestDTO.java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PatientRequestDTO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@NotBlank(message="Name is required")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@Size(min=2, max=100)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name;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@NotBlank @Email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@UniqueEmail // Custom annotation!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email;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@Min(0) @Max(150)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age;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@Pattern(regexp="^(A|B|AB|O)$")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bloodType;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@Past(message="Must be in the past")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LocalDate dateOfBirth;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0" y="98755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Spring Validator Interface (Business Rules)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298448"/>
            <a:ext cx="4343400" cy="2103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298448"/>
            <a:ext cx="434340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307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527048"/>
            <a:ext cx="411480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PatientValidator implements Validator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PatientRepository patientRepo;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DoctorRepository doctorRepo;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validate(Object target, Errors errors)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Rule needing DB lookup — can't use annotation!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(patientRepo.existsByEmail(req.getEmail()))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errors.rejectValue("email",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"Email already registered");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Doctor must exist AND be available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Daily transfer limits, age restrictions...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349300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Bean Validation Annotations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803904"/>
            <a:ext cx="21031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5152" y="38039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0" y="38039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(allows empty string)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20840" y="3803904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93992" y="38039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18120" y="38039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not empty, not whitespace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4114800"/>
            <a:ext cx="21031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4114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@Email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email format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4114800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93992" y="4114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@Size(min,max)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1812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String/collection size range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4425696"/>
            <a:ext cx="21031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5152" y="4425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 / @Max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669280" y="442569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bounds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20840" y="4425696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93992" y="4425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@Pattern(regexp)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18120" y="442569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match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4736592"/>
            <a:ext cx="2103120" cy="2743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4736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@Past / @Future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669280" y="47365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20840" y="4736592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93992" y="4736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@Positive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18120" y="47365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&gt; 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Custom Constraint Annotation — @UniqueEmail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1780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reusable validation annotations with DB lookup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9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Define the annotation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@Documented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@Constraint(validatedBy = UniqueEmailValidator.class)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@Target({ElementType.FIELD})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@Retention(RetentionPolicy.RUNTIME)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@interface UniqueEmail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message() default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 already registered";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Class&lt;?&gt;[] groups() default {};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Class&lt;? extends Payload&gt;[] payload()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{};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Use it like any annotation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PatientRequestDTO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@NotBlank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@Email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@UniqueEmail  // ← Your custom annotation!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email;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201168"/>
          </a:xfrm>
          <a:prstGeom prst="rect">
            <a:avLst/>
          </a:prstGeom>
          <a:solidFill>
            <a:srgbClr val="1A2234"/>
          </a:solidFill>
          <a:ln w="12700">
            <a:solidFill>
              <a:srgbClr val="1A22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9692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●  </a:t>
            </a:r>
            <a:r>
              <a:rPr lang="en-US" sz="1200" b="1" dirty="0">
                <a:solidFill>
                  <a:srgbClr val="F59E0B"/>
                </a:solidFill>
              </a:rPr>
              <a:t>●  </a:t>
            </a:r>
            <a:r>
              <a:rPr lang="en-US" sz="1200" b="1" dirty="0">
                <a:solidFill>
                  <a:srgbClr val="10B981"/>
                </a:solidFill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9776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Implement the validator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UniqueEmailValidator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ConstraintValidator&lt;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UniqueEmail, String&gt;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PatientRepository patientRepo;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boolean isValid(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email,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ConstraintValidatorContext ctx) {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(email == null || email.isBlank())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true; // Let @NotBlank handle it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DB lookup — impossible with basic annotations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!patientRepo.existsByEmail(email);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true = VALID, false = FAILS validation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Client sends JSON → @Valid triggers → @UniqueEmail fires → UniqueEmailValidator.isValid() hits DB → returns 400 with message if duplicate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F6E"/>
          </a:solidFill>
          <a:ln w="12700">
            <a:solidFill>
              <a:srgbClr val="0F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Complete Architecture — Hospital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working together end-to-end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50876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64008" cy="5669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960120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(Browser/App)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65960" y="960120"/>
            <a:ext cx="1920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65960" y="960120"/>
            <a:ext cx="6400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75688" y="96012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+ @RestController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960120"/>
            <a:ext cx="192024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0" y="960120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24528" y="96012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+ Validator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960120"/>
            <a:ext cx="19202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960120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3368" y="96012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 + Queries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1874520"/>
            <a:ext cx="1920240" cy="566928"/>
          </a:xfrm>
          <a:prstGeom prst="rect">
            <a:avLst/>
          </a:prstGeom>
          <a:solidFill>
            <a:srgbClr val="FDF4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73368" y="187452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ACID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1005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23360" y="1005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10058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15361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8600" y="166420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Request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8600" y="19019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body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8600" y="213969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params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16642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@PostMapping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5960" y="1901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@Valid blocks bad data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65960" y="21396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ResponseEntity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16642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rules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0" y="1901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@Transactional(readOnly)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0" y="21396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PatientValidator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63640" y="25786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JpaRepository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28163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 Expressions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63640" y="30540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Pagination+Sorting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32735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Architect's Principles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" y="3584448"/>
            <a:ext cx="28163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8600" y="3584448"/>
            <a:ext cx="64008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3192" y="363931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Boundary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3192" y="3877056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only. Never in Controller or Repository.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54680" y="3584448"/>
            <a:ext cx="28163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54680" y="3584448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19272" y="363931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LAZY Fetch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19272" y="3877056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FetchType.LAZY on all @ManyToOne and @OneToOne.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80760" y="3584448"/>
            <a:ext cx="28163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80760" y="3584448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45352" y="363931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= true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45352" y="3877056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query-only method. Free performance improvement.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8600" y="4297680"/>
            <a:ext cx="28163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28600" y="4297680"/>
            <a:ext cx="64008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3192" y="435254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Unchecked Exceptions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93192" y="45902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RuntimeException subclasses trigger auto-rollback.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154680" y="4297680"/>
            <a:ext cx="28163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154680" y="4297680"/>
            <a:ext cx="6400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319272" y="435254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= REQUIRES_NEW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319272" y="45902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always commit independently of main tx.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4297680"/>
            <a:ext cx="28163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080760" y="4297680"/>
            <a:ext cx="64008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45352" y="435254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Pattern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45352" y="459028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 Entity directly in API. Always use Response DTOs.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457200"/>
            <a:ext cx="2194560" cy="21945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4572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🎓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Complete!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mastered Spring Data JPA from the ground 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913632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39136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Spring Boot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3913632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39136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JPA + Hibernate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49040" y="3913632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39136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Spring Data JPA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0" y="3913632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39136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Repository Hierarchy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23760" y="3913632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39136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Property Expressions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JPA Annotations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4206240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ACID + Transactions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49040" y="4206240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0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@Transactional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4206240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Propagation Strategies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23760" y="4206240"/>
            <a:ext cx="1600200" cy="23774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42062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Validator Interface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4553</Words>
  <Application>Microsoft Office PowerPoint</Application>
  <PresentationFormat>On-screen Show (16:9)</PresentationFormat>
  <Paragraphs>776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Data JPA — Complete Mastery Course</dc:title>
  <dc:subject>PptxGenJS Presentation</dc:subject>
  <dc:creator>Senior Java Backend Architect</dc:creator>
  <cp:lastModifiedBy>Bandenawaz Bagwan</cp:lastModifiedBy>
  <cp:revision>3</cp:revision>
  <dcterms:created xsi:type="dcterms:W3CDTF">2026-02-27T00:01:56Z</dcterms:created>
  <dcterms:modified xsi:type="dcterms:W3CDTF">2026-02-27T03:53:23Z</dcterms:modified>
</cp:coreProperties>
</file>